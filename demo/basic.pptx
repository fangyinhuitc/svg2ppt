
<file path=[Content_Types].xml><?xml version="1.0" encoding="utf-8"?>
<Types xmlns="http://schemas.openxmlformats.org/package/2006/content-types"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形状 1"/>
          <p:cNvSpPr/>
          <p:nvPr/>
        </p:nvSpPr>
        <p:spPr>
          <a:xfrm>
            <a:off x="0" y="0"/>
            <a:ext cx="12192000" cy="6858000"/>
          </a:xfrm>
          <a:custGeom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7F9FC"/>
          </a:solidFill>
        </p:spPr>
      </p:sp>
      <p:sp>
        <p:nvSpPr>
          <p:cNvPr id="3" name="形状 2"/>
          <p:cNvSpPr/>
          <p:nvPr/>
        </p:nvSpPr>
        <p:spPr>
          <a:xfrm>
            <a:off x="733425" y="733425"/>
            <a:ext cx="3867150" cy="2343150"/>
          </a:xfrm>
          <a:custGeom>
            <a:pathLst>
              <a:path w="3867150" h="2343150">
                <a:moveTo>
                  <a:pt x="257175" y="28575"/>
                </a:moveTo>
                <a:lnTo>
                  <a:pt x="3609975" y="28575"/>
                </a:lnTo>
                <a:cubicBezTo>
                  <a:pt x="3736227" y="28575"/>
                  <a:pt x="3838575" y="130923"/>
                  <a:pt x="3838575" y="257175"/>
                </a:cubicBezTo>
                <a:lnTo>
                  <a:pt x="3838575" y="2085975"/>
                </a:lnTo>
                <a:cubicBezTo>
                  <a:pt x="3838575" y="2212227"/>
                  <a:pt x="3736227" y="2314575"/>
                  <a:pt x="3609975" y="2314575"/>
                </a:cubicBezTo>
                <a:lnTo>
                  <a:pt x="257175" y="2314575"/>
                </a:lnTo>
                <a:cubicBezTo>
                  <a:pt x="130923" y="2314575"/>
                  <a:pt x="28575" y="2212227"/>
                  <a:pt x="28575" y="2085975"/>
                </a:cubicBezTo>
                <a:lnTo>
                  <a:pt x="28575" y="257175"/>
                </a:lnTo>
                <a:cubicBezTo>
                  <a:pt x="28575" y="130923"/>
                  <a:pt x="130923" y="28575"/>
                  <a:pt x="257175" y="28575"/>
                </a:cubicBezTo>
                <a:close/>
              </a:path>
            </a:pathLst>
          </a:custGeom>
          <a:gradFill>
            <a:gsLst>
              <a:gs pos="0">
                <a:srgbClr val="4F8CFF"/>
              </a:gs>
              <a:gs pos="100000">
                <a:srgbClr val="22C55E"/>
              </a:gs>
            </a:gsLst>
            <a:lin ang="2700000"/>
          </a:gradFill>
          <a:ln w="57150" cap="flat">
            <a:solidFill>
              <a:srgbClr val="1E3A8A"/>
            </a:solidFill>
            <a:miter/>
          </a:ln>
        </p:spPr>
      </p:sp>
      <p:sp>
        <p:nvSpPr>
          <p:cNvPr id="4" name="形状 3"/>
          <p:cNvSpPr/>
          <p:nvPr/>
        </p:nvSpPr>
        <p:spPr>
          <a:xfrm>
            <a:off x="6838950" y="742950"/>
            <a:ext cx="2324100" cy="2324100"/>
          </a:xfrm>
          <a:custGeom>
            <a:pathLst>
              <a:path w="2324100" h="2324100">
                <a:moveTo>
                  <a:pt x="2305050" y="1162050"/>
                </a:moveTo>
                <a:cubicBezTo>
                  <a:pt x="2305050" y="1793312"/>
                  <a:pt x="1793311" y="2305050"/>
                  <a:pt x="1162050" y="2305050"/>
                </a:cubicBezTo>
                <a:cubicBezTo>
                  <a:pt x="530789" y="2305050"/>
                  <a:pt x="19050" y="1793312"/>
                  <a:pt x="19050" y="1162050"/>
                </a:cubicBezTo>
                <a:cubicBezTo>
                  <a:pt x="19050" y="530789"/>
                  <a:pt x="530789" y="19050"/>
                  <a:pt x="1162050" y="19050"/>
                </a:cubicBezTo>
                <a:cubicBezTo>
                  <a:pt x="1793311" y="19050"/>
                  <a:pt x="2305050" y="530789"/>
                  <a:pt x="2305050" y="1162050"/>
                </a:cubicBezTo>
                <a:close/>
              </a:path>
            </a:pathLst>
          </a:custGeom>
          <a:solidFill>
            <a:srgbClr val="F9C56D"/>
          </a:solidFill>
          <a:ln w="38100" cap="flat">
            <a:solidFill>
              <a:srgbClr val="B45309"/>
            </a:solidFill>
            <a:miter/>
          </a:ln>
        </p:spPr>
      </p:sp>
      <p:sp>
        <p:nvSpPr>
          <p:cNvPr id="5" name="形状 4"/>
          <p:cNvSpPr/>
          <p:nvPr/>
        </p:nvSpPr>
        <p:spPr>
          <a:xfrm>
            <a:off x="762000" y="3429000"/>
            <a:ext cx="3048000" cy="1524000"/>
          </a:xfrm>
          <a:custGeom>
            <a:pathLst>
              <a:path w="3048000" h="1524000">
                <a:moveTo>
                  <a:pt x="0" y="762000"/>
                </a:moveTo>
                <a:lnTo>
                  <a:pt x="1524000" y="0"/>
                </a:lnTo>
                <a:lnTo>
                  <a:pt x="3048000" y="1524000"/>
                </a:lnTo>
                <a:close/>
              </a:path>
            </a:pathLst>
          </a:custGeom>
          <a:solidFill>
            <a:srgbClr val="EF4444"/>
          </a:solidFill>
        </p:spPr>
      </p:sp>
      <p:sp>
        <p:nvSpPr>
          <p:cNvPr id="6" name="形状 5"/>
          <p:cNvSpPr/>
          <p:nvPr/>
        </p:nvSpPr>
        <p:spPr>
          <a:xfrm>
            <a:off x="4826463" y="4025013"/>
            <a:ext cx="2539058" cy="1855920"/>
          </a:xfrm>
          <a:custGeom>
            <a:pathLst>
              <a:path w="2539058" h="1855920">
                <a:moveTo>
                  <a:pt x="390927" y="1"/>
                </a:moveTo>
                <a:lnTo>
                  <a:pt x="2539058" y="781854"/>
                </a:lnTo>
                <a:lnTo>
                  <a:pt x="2148131" y="1855920"/>
                </a:lnTo>
                <a:lnTo>
                  <a:pt x="1" y="1074066"/>
                </a:lnTo>
                <a:close/>
              </a:path>
            </a:pathLst>
          </a:custGeom>
          <a:solidFill>
            <a:srgbClr val="10B981"/>
          </a:solidFill>
        </p:spPr>
      </p:sp>
      <p:sp>
        <p:nvSpPr>
          <p:cNvPr id="7" name="文本 6"/>
          <p:cNvSpPr txBox="1"/>
          <p:nvPr/>
        </p:nvSpPr>
        <p:spPr>
          <a:xfrm>
            <a:off x="762000" y="5721096"/>
            <a:ext cx="5890337" cy="746760"/>
          </a:xfrm>
          <a:custGeom>
            <a:pathLst>
              <a:path w="5890337" h="746760">
                <a:moveTo>
                  <a:pt x="0" y="0"/>
                </a:moveTo>
                <a:lnTo>
                  <a:pt x="5890337" y="0"/>
                </a:lnTo>
                <a:lnTo>
                  <a:pt x="5890337" y="746760"/>
                </a:lnTo>
                <a:lnTo>
                  <a:pt x="0" y="746760"/>
                </a:lnTo>
                <a:close/>
              </a:path>
            </a:pathLst>
          </a:custGeom>
          <a:noFill/>
        </p:spPr>
        <p:txBody>
          <a:bodyPr wrap="none" anchor="t" lIns="0" tIns="0" rIns="0" bIns="0">
            <a:noAutofit/>
          </a:bodyPr>
          <a:p>
            <a:pPr algn="l"/>
            <a:r>
              <a:rPr sz="4200">
                <a:solidFill>
                  <a:srgbClr val="111827"/>
                </a:solidFill>
                <a:latin typeface="PingFang SC"/>
              </a:rPr>
              <a:t>中文标题与 English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office-toolkit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