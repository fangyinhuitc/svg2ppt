
<file path=[Content_Types].xml><?xml version="1.0" encoding="utf-8"?>
<Types xmlns="http://schemas.openxmlformats.org/package/2006/content-types"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 1"/>
          <p:cNvSpPr/>
          <p:nvPr/>
        </p:nvSpPr>
        <p:spPr>
          <a:xfrm>
            <a:off x="0" y="0"/>
            <a:ext cx="12192000" cy="6858000"/>
          </a:xfrm>
          <a:custGeom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" name="文本 2"/>
          <p:cNvSpPr txBox="1"/>
          <p:nvPr/>
        </p:nvSpPr>
        <p:spPr>
          <a:xfrm>
            <a:off x="4876800" y="702259"/>
            <a:ext cx="2438400" cy="682752"/>
          </a:xfrm>
          <a:custGeom>
            <a:pathLst>
              <a:path w="2438400" h="682752">
                <a:moveTo>
                  <a:pt x="0" y="0"/>
                </a:moveTo>
                <a:lnTo>
                  <a:pt x="2438400" y="0"/>
                </a:lnTo>
                <a:lnTo>
                  <a:pt x="2438400" y="682752"/>
                </a:lnTo>
                <a:lnTo>
                  <a:pt x="0" y="682752"/>
                </a:lnTo>
                <a:close/>
              </a:path>
            </a:pathLst>
          </a:custGeom>
          <a:noFill/>
        </p:spPr>
        <p:txBody>
          <a:bodyPr wrap="none" anchor="t" lIns="0" tIns="0" rIns="0" bIns="0">
            <a:noAutofit/>
          </a:bodyPr>
          <a:p>
            <a:pPr algn="ctr"/>
            <a:r>
              <a:rPr sz="3840">
                <a:solidFill>
                  <a:srgbClr val="DC2626"/>
                </a:solidFill>
                <a:latin typeface="PingFang SC"/>
              </a:rPr>
              <a:t>红色</a:t>
            </a:r>
            <a:r>
              <a:rPr sz="3840">
                <a:solidFill>
                  <a:srgbClr val="2563EB"/>
                </a:solidFill>
                <a:latin typeface="PingFang SC"/>
              </a:rPr>
              <a:t>与蓝色</a:t>
            </a:r>
          </a:p>
        </p:txBody>
      </p:sp>
      <p:sp>
        <p:nvSpPr>
          <p:cNvPr id="4" name="形状 3"/>
          <p:cNvSpPr/>
          <p:nvPr/>
        </p:nvSpPr>
        <p:spPr>
          <a:xfrm>
            <a:off x="1840015" y="2612694"/>
            <a:ext cx="1613970" cy="952931"/>
          </a:xfrm>
          <a:custGeom>
            <a:pathLst>
              <a:path w="1613970" h="952931">
                <a:moveTo>
                  <a:pt x="272253" y="636605"/>
                </a:moveTo>
                <a:lnTo>
                  <a:pt x="349662" y="810470"/>
                </a:lnTo>
                <a:cubicBezTo>
                  <a:pt x="344333" y="810040"/>
                  <a:pt x="339783" y="809263"/>
                  <a:pt x="335623" y="808313"/>
                </a:cubicBezTo>
                <a:cubicBezTo>
                  <a:pt x="319805" y="803210"/>
                  <a:pt x="302727" y="792130"/>
                  <a:pt x="284172" y="775634"/>
                </a:cubicBezTo>
                <a:cubicBezTo>
                  <a:pt x="276530" y="750076"/>
                  <a:pt x="265940" y="722094"/>
                  <a:pt x="253139" y="692293"/>
                </a:cubicBezTo>
                <a:lnTo>
                  <a:pt x="228580" y="703228"/>
                </a:lnTo>
                <a:cubicBezTo>
                  <a:pt x="259867" y="776647"/>
                  <a:pt x="273683" y="834956"/>
                  <a:pt x="270028" y="878155"/>
                </a:cubicBezTo>
                <a:lnTo>
                  <a:pt x="299800" y="887321"/>
                </a:lnTo>
                <a:cubicBezTo>
                  <a:pt x="301778" y="864487"/>
                  <a:pt x="299508" y="838405"/>
                  <a:pt x="293163" y="809467"/>
                </a:cubicBezTo>
                <a:cubicBezTo>
                  <a:pt x="311283" y="822886"/>
                  <a:pt x="328489" y="831107"/>
                  <a:pt x="345908" y="834562"/>
                </a:cubicBezTo>
                <a:cubicBezTo>
                  <a:pt x="369395" y="839053"/>
                  <a:pt x="404138" y="831058"/>
                  <a:pt x="450917" y="810230"/>
                </a:cubicBezTo>
                <a:lnTo>
                  <a:pt x="477815" y="798254"/>
                </a:lnTo>
                <a:lnTo>
                  <a:pt x="470950" y="768146"/>
                </a:lnTo>
                <a:cubicBezTo>
                  <a:pt x="455314" y="776042"/>
                  <a:pt x="438509" y="784459"/>
                  <a:pt x="420577" y="792443"/>
                </a:cubicBezTo>
                <a:cubicBezTo>
                  <a:pt x="405373" y="799212"/>
                  <a:pt x="391598" y="803943"/>
                  <a:pt x="379425" y="807027"/>
                </a:cubicBezTo>
                <a:lnTo>
                  <a:pt x="345754" y="731400"/>
                </a:lnTo>
                <a:lnTo>
                  <a:pt x="413584" y="701200"/>
                </a:lnTo>
                <a:lnTo>
                  <a:pt x="402476" y="676251"/>
                </a:lnTo>
                <a:lnTo>
                  <a:pt x="334646" y="706451"/>
                </a:lnTo>
                <a:lnTo>
                  <a:pt x="298371" y="624976"/>
                </a:lnTo>
                <a:lnTo>
                  <a:pt x="343592" y="604843"/>
                </a:lnTo>
                <a:cubicBezTo>
                  <a:pt x="346118" y="625205"/>
                  <a:pt x="347213" y="643402"/>
                  <a:pt x="346877" y="659433"/>
                </a:cubicBezTo>
                <a:lnTo>
                  <a:pt x="372915" y="658116"/>
                </a:lnTo>
                <a:cubicBezTo>
                  <a:pt x="374333" y="639268"/>
                  <a:pt x="372194" y="614530"/>
                  <a:pt x="366498" y="583901"/>
                </a:cubicBezTo>
                <a:lnTo>
                  <a:pt x="358514" y="565969"/>
                </a:lnTo>
                <a:lnTo>
                  <a:pt x="193226" y="639560"/>
                </a:lnTo>
                <a:lnTo>
                  <a:pt x="205202" y="666458"/>
                </a:lnTo>
                <a:close/>
                <a:moveTo>
                  <a:pt x="1" y="658794"/>
                </a:moveTo>
                <a:lnTo>
                  <a:pt x="11977" y="685692"/>
                </a:lnTo>
                <a:lnTo>
                  <a:pt x="45112" y="670939"/>
                </a:lnTo>
                <a:lnTo>
                  <a:pt x="76006" y="740329"/>
                </a:lnTo>
                <a:cubicBezTo>
                  <a:pt x="113453" y="825485"/>
                  <a:pt x="127232" y="893153"/>
                  <a:pt x="117907" y="943549"/>
                </a:cubicBezTo>
                <a:lnTo>
                  <a:pt x="148242" y="952931"/>
                </a:lnTo>
                <a:cubicBezTo>
                  <a:pt x="158128" y="898549"/>
                  <a:pt x="144520" y="827068"/>
                  <a:pt x="107027" y="738662"/>
                </a:cubicBezTo>
                <a:lnTo>
                  <a:pt x="153417" y="718008"/>
                </a:lnTo>
                <a:cubicBezTo>
                  <a:pt x="189476" y="800046"/>
                  <a:pt x="209785" y="849859"/>
                  <a:pt x="213609" y="866841"/>
                </a:cubicBezTo>
                <a:cubicBezTo>
                  <a:pt x="216739" y="882263"/>
                  <a:pt x="209337" y="893966"/>
                  <a:pt x="192185" y="901603"/>
                </a:cubicBezTo>
                <a:cubicBezTo>
                  <a:pt x="187507" y="903686"/>
                  <a:pt x="181702" y="905336"/>
                  <a:pt x="174728" y="907507"/>
                </a:cubicBezTo>
                <a:lnTo>
                  <a:pt x="192637" y="929896"/>
                </a:lnTo>
                <a:cubicBezTo>
                  <a:pt x="199611" y="927724"/>
                  <a:pt x="204463" y="926031"/>
                  <a:pt x="207581" y="924643"/>
                </a:cubicBezTo>
                <a:cubicBezTo>
                  <a:pt x="238378" y="910931"/>
                  <a:pt x="250323" y="891600"/>
                  <a:pt x="243808" y="866474"/>
                </a:cubicBezTo>
                <a:cubicBezTo>
                  <a:pt x="237466" y="841739"/>
                  <a:pt x="212555" y="779494"/>
                  <a:pt x="168470" y="680477"/>
                </a:cubicBezTo>
                <a:lnTo>
                  <a:pt x="95572" y="712933"/>
                </a:lnTo>
                <a:lnTo>
                  <a:pt x="71620" y="659137"/>
                </a:lnTo>
                <a:lnTo>
                  <a:pt x="148806" y="624771"/>
                </a:lnTo>
                <a:lnTo>
                  <a:pt x="136831" y="597873"/>
                </a:lnTo>
                <a:lnTo>
                  <a:pt x="76797" y="624602"/>
                </a:lnTo>
                <a:lnTo>
                  <a:pt x="86193" y="615280"/>
                </a:lnTo>
                <a:cubicBezTo>
                  <a:pt x="73835" y="601164"/>
                  <a:pt x="58835" y="586355"/>
                  <a:pt x="41190" y="570856"/>
                </a:cubicBezTo>
                <a:lnTo>
                  <a:pt x="17763" y="590628"/>
                </a:lnTo>
                <a:cubicBezTo>
                  <a:pt x="33239" y="603356"/>
                  <a:pt x="47720" y="616995"/>
                  <a:pt x="61204" y="631544"/>
                </a:cubicBezTo>
                <a:close/>
                <a:moveTo>
                  <a:pt x="195401" y="586743"/>
                </a:moveTo>
                <a:lnTo>
                  <a:pt x="347825" y="518879"/>
                </a:lnTo>
                <a:lnTo>
                  <a:pt x="335849" y="491981"/>
                </a:lnTo>
                <a:lnTo>
                  <a:pt x="195510" y="554464"/>
                </a:lnTo>
                <a:cubicBezTo>
                  <a:pt x="194981" y="540686"/>
                  <a:pt x="193932" y="525739"/>
                  <a:pt x="192708" y="510402"/>
                </a:cubicBezTo>
                <a:lnTo>
                  <a:pt x="161474" y="516835"/>
                </a:lnTo>
                <a:cubicBezTo>
                  <a:pt x="167445" y="571163"/>
                  <a:pt x="164573" y="618218"/>
                  <a:pt x="153205" y="658780"/>
                </a:cubicBezTo>
                <a:lnTo>
                  <a:pt x="182373" y="672885"/>
                </a:lnTo>
                <a:cubicBezTo>
                  <a:pt x="189462" y="646841"/>
                  <a:pt x="193992" y="618199"/>
                  <a:pt x="195401" y="586743"/>
                </a:cubicBezTo>
                <a:close/>
                <a:moveTo>
                  <a:pt x="484295" y="504362"/>
                </a:moveTo>
                <a:lnTo>
                  <a:pt x="510677" y="563616"/>
                </a:lnTo>
                <a:lnTo>
                  <a:pt x="467795" y="582708"/>
                </a:lnTo>
                <a:cubicBezTo>
                  <a:pt x="467429" y="552510"/>
                  <a:pt x="464548" y="518760"/>
                  <a:pt x="458977" y="481069"/>
                </a:cubicBezTo>
                <a:lnTo>
                  <a:pt x="540061" y="444968"/>
                </a:lnTo>
                <a:lnTo>
                  <a:pt x="527912" y="417679"/>
                </a:lnTo>
                <a:lnTo>
                  <a:pt x="453844" y="450656"/>
                </a:lnTo>
                <a:cubicBezTo>
                  <a:pt x="450584" y="433891"/>
                  <a:pt x="446976" y="416346"/>
                  <a:pt x="443021" y="398021"/>
                </a:cubicBezTo>
                <a:lnTo>
                  <a:pt x="414777" y="405925"/>
                </a:lnTo>
                <a:cubicBezTo>
                  <a:pt x="418863" y="425593"/>
                  <a:pt x="423165" y="444697"/>
                  <a:pt x="426556" y="462806"/>
                </a:cubicBezTo>
                <a:lnTo>
                  <a:pt x="380556" y="483286"/>
                </a:lnTo>
                <a:lnTo>
                  <a:pt x="392706" y="510575"/>
                </a:lnTo>
                <a:lnTo>
                  <a:pt x="431689" y="493218"/>
                </a:lnTo>
                <a:cubicBezTo>
                  <a:pt x="437911" y="533422"/>
                  <a:pt x="440403" y="567345"/>
                  <a:pt x="439511" y="595769"/>
                </a:cubicBezTo>
                <a:lnTo>
                  <a:pt x="456467" y="618114"/>
                </a:lnTo>
                <a:lnTo>
                  <a:pt x="521958" y="588955"/>
                </a:lnTo>
                <a:lnTo>
                  <a:pt x="547993" y="647430"/>
                </a:lnTo>
                <a:cubicBezTo>
                  <a:pt x="524953" y="662826"/>
                  <a:pt x="500570" y="678353"/>
                  <a:pt x="474064" y="694358"/>
                </a:cubicBezTo>
                <a:lnTo>
                  <a:pt x="489896" y="720474"/>
                </a:lnTo>
                <a:cubicBezTo>
                  <a:pt x="514842" y="705163"/>
                  <a:pt x="538055" y="690157"/>
                  <a:pt x="560316" y="675108"/>
                </a:cubicBezTo>
                <a:lnTo>
                  <a:pt x="595549" y="754244"/>
                </a:lnTo>
                <a:lnTo>
                  <a:pt x="622447" y="742268"/>
                </a:lnTo>
                <a:lnTo>
                  <a:pt x="584784" y="657675"/>
                </a:lnTo>
                <a:cubicBezTo>
                  <a:pt x="601760" y="645445"/>
                  <a:pt x="617609" y="632783"/>
                  <a:pt x="633069" y="620295"/>
                </a:cubicBezTo>
                <a:lnTo>
                  <a:pt x="621267" y="593787"/>
                </a:lnTo>
                <a:cubicBezTo>
                  <a:pt x="606024" y="605711"/>
                  <a:pt x="590001" y="617984"/>
                  <a:pt x="572635" y="630386"/>
                </a:cubicBezTo>
                <a:lnTo>
                  <a:pt x="548856" y="576980"/>
                </a:lnTo>
                <a:lnTo>
                  <a:pt x="592127" y="557714"/>
                </a:lnTo>
                <a:lnTo>
                  <a:pt x="580846" y="532375"/>
                </a:lnTo>
                <a:lnTo>
                  <a:pt x="537575" y="551641"/>
                </a:lnTo>
                <a:lnTo>
                  <a:pt x="511193" y="492386"/>
                </a:lnTo>
                <a:close/>
                <a:moveTo>
                  <a:pt x="545844" y="409695"/>
                </a:moveTo>
                <a:lnTo>
                  <a:pt x="557993" y="436984"/>
                </a:lnTo>
                <a:lnTo>
                  <a:pt x="613739" y="412164"/>
                </a:lnTo>
                <a:cubicBezTo>
                  <a:pt x="617216" y="428366"/>
                  <a:pt x="620303" y="444742"/>
                  <a:pt x="623563" y="461507"/>
                </a:cubicBezTo>
                <a:lnTo>
                  <a:pt x="566648" y="486848"/>
                </a:lnTo>
                <a:lnTo>
                  <a:pt x="578624" y="513746"/>
                </a:lnTo>
                <a:lnTo>
                  <a:pt x="628912" y="491356"/>
                </a:lnTo>
                <a:cubicBezTo>
                  <a:pt x="633740" y="520036"/>
                  <a:pt x="637268" y="547893"/>
                  <a:pt x="640232" y="575533"/>
                </a:cubicBezTo>
                <a:lnTo>
                  <a:pt x="770825" y="517390"/>
                </a:lnTo>
                <a:cubicBezTo>
                  <a:pt x="767248" y="546075"/>
                  <a:pt x="758471" y="575673"/>
                  <a:pt x="744281" y="606747"/>
                </a:cubicBezTo>
                <a:cubicBezTo>
                  <a:pt x="721836" y="604596"/>
                  <a:pt x="698395" y="603355"/>
                  <a:pt x="674305" y="603804"/>
                </a:cubicBezTo>
                <a:lnTo>
                  <a:pt x="669385" y="632619"/>
                </a:lnTo>
                <a:cubicBezTo>
                  <a:pt x="720250" y="631460"/>
                  <a:pt x="773070" y="637838"/>
                  <a:pt x="827497" y="650974"/>
                </a:cubicBezTo>
                <a:lnTo>
                  <a:pt x="832503" y="620251"/>
                </a:lnTo>
                <a:cubicBezTo>
                  <a:pt x="813220" y="615758"/>
                  <a:pt x="793504" y="612391"/>
                  <a:pt x="773182" y="609762"/>
                </a:cubicBezTo>
                <a:cubicBezTo>
                  <a:pt x="789057" y="570930"/>
                  <a:pt x="797526" y="535396"/>
                  <a:pt x="798978" y="502987"/>
                </a:cubicBezTo>
                <a:lnTo>
                  <a:pt x="788564" y="479597"/>
                </a:lnTo>
                <a:lnTo>
                  <a:pt x="664209" y="534964"/>
                </a:lnTo>
                <a:cubicBezTo>
                  <a:pt x="662508" y="517504"/>
                  <a:pt x="660286" y="498875"/>
                  <a:pt x="656979" y="478860"/>
                </a:cubicBezTo>
                <a:lnTo>
                  <a:pt x="783674" y="422451"/>
                </a:lnTo>
                <a:lnTo>
                  <a:pt x="771698" y="395553"/>
                </a:lnTo>
                <a:lnTo>
                  <a:pt x="651631" y="449011"/>
                </a:lnTo>
                <a:lnTo>
                  <a:pt x="641807" y="399668"/>
                </a:lnTo>
                <a:lnTo>
                  <a:pt x="741993" y="355062"/>
                </a:lnTo>
                <a:lnTo>
                  <a:pt x="729843" y="327774"/>
                </a:lnTo>
                <a:lnTo>
                  <a:pt x="635115" y="369949"/>
                </a:lnTo>
                <a:cubicBezTo>
                  <a:pt x="631117" y="352578"/>
                  <a:pt x="626383" y="334600"/>
                  <a:pt x="621865" y="316059"/>
                </a:cubicBezTo>
                <a:lnTo>
                  <a:pt x="592972" y="325653"/>
                </a:lnTo>
                <a:cubicBezTo>
                  <a:pt x="597837" y="344974"/>
                  <a:pt x="602529" y="363905"/>
                  <a:pt x="607047" y="382446"/>
                </a:cubicBezTo>
                <a:close/>
                <a:moveTo>
                  <a:pt x="786337" y="320371"/>
                </a:moveTo>
                <a:lnTo>
                  <a:pt x="798833" y="348439"/>
                </a:lnTo>
                <a:lnTo>
                  <a:pt x="858867" y="321710"/>
                </a:lnTo>
                <a:cubicBezTo>
                  <a:pt x="903138" y="373934"/>
                  <a:pt x="957582" y="412286"/>
                  <a:pt x="1022588" y="436593"/>
                </a:cubicBezTo>
                <a:cubicBezTo>
                  <a:pt x="997496" y="493541"/>
                  <a:pt x="956023" y="545171"/>
                  <a:pt x="898341" y="591872"/>
                </a:cubicBezTo>
                <a:lnTo>
                  <a:pt x="924090" y="609836"/>
                </a:lnTo>
                <a:cubicBezTo>
                  <a:pt x="981856" y="561229"/>
                  <a:pt x="1023847" y="506566"/>
                  <a:pt x="1050063" y="445848"/>
                </a:cubicBezTo>
                <a:cubicBezTo>
                  <a:pt x="1108307" y="463357"/>
                  <a:pt x="1174687" y="469769"/>
                  <a:pt x="1250160" y="465127"/>
                </a:cubicBezTo>
                <a:lnTo>
                  <a:pt x="1254950" y="434968"/>
                </a:lnTo>
                <a:cubicBezTo>
                  <a:pt x="1182337" y="439738"/>
                  <a:pt x="1117646" y="433975"/>
                  <a:pt x="1060704" y="417288"/>
                </a:cubicBezTo>
                <a:cubicBezTo>
                  <a:pt x="1080509" y="358957"/>
                  <a:pt x="1086272" y="294265"/>
                  <a:pt x="1077951" y="224168"/>
                </a:cubicBezTo>
                <a:lnTo>
                  <a:pt x="1138764" y="197092"/>
                </a:lnTo>
                <a:lnTo>
                  <a:pt x="1126268" y="169024"/>
                </a:lnTo>
                <a:lnTo>
                  <a:pt x="977353" y="235325"/>
                </a:lnTo>
                <a:cubicBezTo>
                  <a:pt x="952902" y="213981"/>
                  <a:pt x="929408" y="196882"/>
                  <a:pt x="906264" y="184765"/>
                </a:cubicBezTo>
                <a:lnTo>
                  <a:pt x="882709" y="207398"/>
                </a:lnTo>
                <a:cubicBezTo>
                  <a:pt x="906459" y="218777"/>
                  <a:pt x="928002" y="232541"/>
                  <a:pt x="947726" y="248516"/>
                </a:cubicBezTo>
                <a:close/>
                <a:moveTo>
                  <a:pt x="886545" y="309387"/>
                </a:moveTo>
                <a:lnTo>
                  <a:pt x="1048714" y="237185"/>
                </a:lnTo>
                <a:cubicBezTo>
                  <a:pt x="1056293" y="298271"/>
                  <a:pt x="1051261" y="355163"/>
                  <a:pt x="1033401" y="408424"/>
                </a:cubicBezTo>
                <a:cubicBezTo>
                  <a:pt x="975503" y="387491"/>
                  <a:pt x="926739" y="354551"/>
                  <a:pt x="886545" y="309387"/>
                </a:cubicBezTo>
                <a:close/>
                <a:moveTo>
                  <a:pt x="1181888" y="151267"/>
                </a:moveTo>
                <a:lnTo>
                  <a:pt x="1193864" y="178165"/>
                </a:lnTo>
                <a:lnTo>
                  <a:pt x="1321338" y="121410"/>
                </a:lnTo>
                <a:cubicBezTo>
                  <a:pt x="1323211" y="203254"/>
                  <a:pt x="1301599" y="280607"/>
                  <a:pt x="1255546" y="353426"/>
                </a:cubicBezTo>
                <a:lnTo>
                  <a:pt x="1283158" y="372429"/>
                </a:lnTo>
                <a:cubicBezTo>
                  <a:pt x="1329811" y="290467"/>
                  <a:pt x="1349944" y="203496"/>
                  <a:pt x="1343558" y="111517"/>
                </a:cubicBezTo>
                <a:lnTo>
                  <a:pt x="1346287" y="110302"/>
                </a:lnTo>
                <a:lnTo>
                  <a:pt x="1413977" y="262336"/>
                </a:lnTo>
                <a:lnTo>
                  <a:pt x="1333672" y="298090"/>
                </a:lnTo>
                <a:lnTo>
                  <a:pt x="1345648" y="324988"/>
                </a:lnTo>
                <a:lnTo>
                  <a:pt x="1425952" y="289234"/>
                </a:lnTo>
                <a:lnTo>
                  <a:pt x="1461533" y="369149"/>
                </a:lnTo>
                <a:lnTo>
                  <a:pt x="1490380" y="356306"/>
                </a:lnTo>
                <a:lnTo>
                  <a:pt x="1454800" y="276390"/>
                </a:lnTo>
                <a:lnTo>
                  <a:pt x="1538223" y="239248"/>
                </a:lnTo>
                <a:lnTo>
                  <a:pt x="1526247" y="212350"/>
                </a:lnTo>
                <a:lnTo>
                  <a:pt x="1442824" y="249492"/>
                </a:lnTo>
                <a:lnTo>
                  <a:pt x="1375134" y="97458"/>
                </a:lnTo>
                <a:lnTo>
                  <a:pt x="1378253" y="96070"/>
                </a:lnTo>
                <a:cubicBezTo>
                  <a:pt x="1436176" y="154827"/>
                  <a:pt x="1512026" y="197194"/>
                  <a:pt x="1605629" y="222783"/>
                </a:cubicBezTo>
                <a:lnTo>
                  <a:pt x="1613970" y="190109"/>
                </a:lnTo>
                <a:cubicBezTo>
                  <a:pt x="1525224" y="171233"/>
                  <a:pt x="1453798" y="136705"/>
                  <a:pt x="1400083" y="86350"/>
                </a:cubicBezTo>
                <a:lnTo>
                  <a:pt x="1527167" y="29768"/>
                </a:lnTo>
                <a:lnTo>
                  <a:pt x="1515191" y="2870"/>
                </a:lnTo>
                <a:lnTo>
                  <a:pt x="1363158" y="70560"/>
                </a:lnTo>
                <a:lnTo>
                  <a:pt x="1331743" y="1"/>
                </a:lnTo>
                <a:lnTo>
                  <a:pt x="1302896" y="12844"/>
                </a:lnTo>
                <a:lnTo>
                  <a:pt x="1334311" y="83404"/>
                </a:lnTo>
                <a:close/>
              </a:path>
            </a:pathLst>
          </a:custGeom>
          <a:solidFill>
            <a:srgbClr val="111827"/>
          </a:solidFill>
        </p:spPr>
      </p:sp>
      <p:sp>
        <p:nvSpPr>
          <p:cNvPr id="5" name="形状 4"/>
          <p:cNvSpPr/>
          <p:nvPr/>
        </p:nvSpPr>
        <p:spPr>
          <a:xfrm>
            <a:off x="1848551" y="4270613"/>
            <a:ext cx="1794419" cy="339426"/>
          </a:xfrm>
          <a:custGeom>
            <a:pathLst>
              <a:path w="1794419" h="339426">
                <a:moveTo>
                  <a:pt x="152888" y="123262"/>
                </a:moveTo>
                <a:lnTo>
                  <a:pt x="152888" y="158375"/>
                </a:lnTo>
                <a:lnTo>
                  <a:pt x="39502" y="158375"/>
                </a:lnTo>
                <a:lnTo>
                  <a:pt x="22677" y="241403"/>
                </a:lnTo>
                <a:lnTo>
                  <a:pt x="122895" y="241403"/>
                </a:lnTo>
                <a:cubicBezTo>
                  <a:pt x="100950" y="265908"/>
                  <a:pt x="60716" y="287854"/>
                  <a:pt x="2195" y="307239"/>
                </a:cubicBezTo>
                <a:lnTo>
                  <a:pt x="17191" y="331379"/>
                </a:lnTo>
                <a:cubicBezTo>
                  <a:pt x="83028" y="306508"/>
                  <a:pt x="127650" y="276516"/>
                  <a:pt x="151790" y="241403"/>
                </a:cubicBezTo>
                <a:lnTo>
                  <a:pt x="152888" y="241403"/>
                </a:lnTo>
                <a:lnTo>
                  <a:pt x="152888" y="338329"/>
                </a:lnTo>
                <a:lnTo>
                  <a:pt x="178491" y="338329"/>
                </a:lnTo>
                <a:lnTo>
                  <a:pt x="178491" y="241403"/>
                </a:lnTo>
                <a:lnTo>
                  <a:pt x="283830" y="241403"/>
                </a:lnTo>
                <a:cubicBezTo>
                  <a:pt x="283830" y="261153"/>
                  <a:pt x="282733" y="274687"/>
                  <a:pt x="280538" y="282002"/>
                </a:cubicBezTo>
                <a:cubicBezTo>
                  <a:pt x="277612" y="290049"/>
                  <a:pt x="270663" y="294438"/>
                  <a:pt x="259690" y="294438"/>
                </a:cubicBezTo>
                <a:cubicBezTo>
                  <a:pt x="245059" y="294438"/>
                  <a:pt x="228966" y="294072"/>
                  <a:pt x="212141" y="293340"/>
                </a:cubicBezTo>
                <a:lnTo>
                  <a:pt x="218725" y="318212"/>
                </a:lnTo>
                <a:cubicBezTo>
                  <a:pt x="233355" y="318578"/>
                  <a:pt x="248351" y="318944"/>
                  <a:pt x="263713" y="318944"/>
                </a:cubicBezTo>
                <a:cubicBezTo>
                  <a:pt x="283464" y="318578"/>
                  <a:pt x="296266" y="312360"/>
                  <a:pt x="302118" y="299924"/>
                </a:cubicBezTo>
                <a:cubicBezTo>
                  <a:pt x="307604" y="288951"/>
                  <a:pt x="310530" y="261519"/>
                  <a:pt x="310530" y="218360"/>
                </a:cubicBezTo>
                <a:lnTo>
                  <a:pt x="178491" y="218360"/>
                </a:lnTo>
                <a:lnTo>
                  <a:pt x="178491" y="182515"/>
                </a:lnTo>
                <a:lnTo>
                  <a:pt x="297729" y="182515"/>
                </a:lnTo>
                <a:lnTo>
                  <a:pt x="297729" y="99122"/>
                </a:lnTo>
                <a:lnTo>
                  <a:pt x="31090" y="99122"/>
                </a:lnTo>
                <a:lnTo>
                  <a:pt x="31090" y="123262"/>
                </a:lnTo>
                <a:close/>
                <a:moveTo>
                  <a:pt x="152888" y="182515"/>
                </a:moveTo>
                <a:lnTo>
                  <a:pt x="152888" y="218360"/>
                </a:lnTo>
                <a:lnTo>
                  <a:pt x="53767" y="218360"/>
                </a:lnTo>
                <a:lnTo>
                  <a:pt x="62545" y="182515"/>
                </a:lnTo>
                <a:close/>
                <a:moveTo>
                  <a:pt x="178491" y="158375"/>
                </a:moveTo>
                <a:lnTo>
                  <a:pt x="178491" y="123262"/>
                </a:lnTo>
                <a:lnTo>
                  <a:pt x="270663" y="123262"/>
                </a:lnTo>
                <a:lnTo>
                  <a:pt x="270663" y="158375"/>
                </a:lnTo>
                <a:close/>
                <a:moveTo>
                  <a:pt x="52670" y="51207"/>
                </a:moveTo>
                <a:lnTo>
                  <a:pt x="74981" y="51207"/>
                </a:lnTo>
                <a:cubicBezTo>
                  <a:pt x="85222" y="64009"/>
                  <a:pt x="94000" y="77176"/>
                  <a:pt x="101316" y="90709"/>
                </a:cubicBezTo>
                <a:lnTo>
                  <a:pt x="125090" y="81931"/>
                </a:lnTo>
                <a:cubicBezTo>
                  <a:pt x="119604" y="72422"/>
                  <a:pt x="112288" y="62180"/>
                  <a:pt x="103144" y="51207"/>
                </a:cubicBezTo>
                <a:lnTo>
                  <a:pt x="163495" y="51207"/>
                </a:lnTo>
                <a:lnTo>
                  <a:pt x="163495" y="28164"/>
                </a:lnTo>
                <a:lnTo>
                  <a:pt x="66203" y="28164"/>
                </a:lnTo>
                <a:cubicBezTo>
                  <a:pt x="69495" y="20849"/>
                  <a:pt x="72786" y="13534"/>
                  <a:pt x="76078" y="5487"/>
                </a:cubicBezTo>
                <a:lnTo>
                  <a:pt x="50841" y="1"/>
                </a:lnTo>
                <a:cubicBezTo>
                  <a:pt x="40234" y="27067"/>
                  <a:pt x="23409" y="51573"/>
                  <a:pt x="0" y="73884"/>
                </a:cubicBezTo>
                <a:lnTo>
                  <a:pt x="23043" y="88149"/>
                </a:lnTo>
                <a:cubicBezTo>
                  <a:pt x="34016" y="76811"/>
                  <a:pt x="43891" y="64375"/>
                  <a:pt x="52670" y="51207"/>
                </a:cubicBezTo>
                <a:close/>
                <a:moveTo>
                  <a:pt x="207020" y="50110"/>
                </a:moveTo>
                <a:lnTo>
                  <a:pt x="232258" y="50110"/>
                </a:lnTo>
                <a:cubicBezTo>
                  <a:pt x="242499" y="63278"/>
                  <a:pt x="251643" y="76811"/>
                  <a:pt x="258958" y="91075"/>
                </a:cubicBezTo>
                <a:lnTo>
                  <a:pt x="282367" y="82297"/>
                </a:lnTo>
                <a:cubicBezTo>
                  <a:pt x="276881" y="72422"/>
                  <a:pt x="269565" y="61814"/>
                  <a:pt x="260421" y="50110"/>
                </a:cubicBezTo>
                <a:lnTo>
                  <a:pt x="326624" y="50110"/>
                </a:lnTo>
                <a:lnTo>
                  <a:pt x="326624" y="27067"/>
                </a:lnTo>
                <a:lnTo>
                  <a:pt x="218725" y="27067"/>
                </a:lnTo>
                <a:cubicBezTo>
                  <a:pt x="221651" y="20118"/>
                  <a:pt x="224577" y="12803"/>
                  <a:pt x="227137" y="5487"/>
                </a:cubicBezTo>
                <a:lnTo>
                  <a:pt x="201900" y="1"/>
                </a:lnTo>
                <a:cubicBezTo>
                  <a:pt x="192390" y="27067"/>
                  <a:pt x="177760" y="51939"/>
                  <a:pt x="157277" y="74250"/>
                </a:cubicBezTo>
                <a:lnTo>
                  <a:pt x="179954" y="88515"/>
                </a:lnTo>
                <a:cubicBezTo>
                  <a:pt x="190195" y="76811"/>
                  <a:pt x="198974" y="64009"/>
                  <a:pt x="207020" y="50110"/>
                </a:cubicBezTo>
                <a:close/>
                <a:moveTo>
                  <a:pt x="364297" y="153986"/>
                </a:moveTo>
                <a:lnTo>
                  <a:pt x="364297" y="180321"/>
                </a:lnTo>
                <a:lnTo>
                  <a:pt x="693115" y="180321"/>
                </a:lnTo>
                <a:lnTo>
                  <a:pt x="693115" y="153986"/>
                </a:lnTo>
                <a:close/>
                <a:moveTo>
                  <a:pt x="867217" y="25970"/>
                </a:moveTo>
                <a:lnTo>
                  <a:pt x="867217" y="51939"/>
                </a:lnTo>
                <a:lnTo>
                  <a:pt x="1042416" y="51939"/>
                </a:lnTo>
                <a:lnTo>
                  <a:pt x="1042416" y="25970"/>
                </a:lnTo>
                <a:close/>
                <a:moveTo>
                  <a:pt x="857342" y="118873"/>
                </a:moveTo>
                <a:lnTo>
                  <a:pt x="857342" y="144842"/>
                </a:lnTo>
                <a:lnTo>
                  <a:pt x="972556" y="144842"/>
                </a:lnTo>
                <a:lnTo>
                  <a:pt x="972556" y="298095"/>
                </a:lnTo>
                <a:cubicBezTo>
                  <a:pt x="972556" y="307605"/>
                  <a:pt x="966338" y="312360"/>
                  <a:pt x="954634" y="312360"/>
                </a:cubicBezTo>
                <a:cubicBezTo>
                  <a:pt x="938540" y="312360"/>
                  <a:pt x="922081" y="311628"/>
                  <a:pt x="904525" y="310531"/>
                </a:cubicBezTo>
                <a:lnTo>
                  <a:pt x="910011" y="336500"/>
                </a:lnTo>
                <a:lnTo>
                  <a:pt x="963778" y="336500"/>
                </a:lnTo>
                <a:cubicBezTo>
                  <a:pt x="987186" y="336500"/>
                  <a:pt x="999256" y="325893"/>
                  <a:pt x="999256" y="304679"/>
                </a:cubicBezTo>
                <a:lnTo>
                  <a:pt x="999256" y="144842"/>
                </a:lnTo>
                <a:lnTo>
                  <a:pt x="1058510" y="144842"/>
                </a:lnTo>
                <a:lnTo>
                  <a:pt x="1058510" y="118873"/>
                </a:lnTo>
                <a:close/>
                <a:moveTo>
                  <a:pt x="809427" y="5853"/>
                </a:moveTo>
                <a:cubicBezTo>
                  <a:pt x="792236" y="40235"/>
                  <a:pt x="764804" y="70959"/>
                  <a:pt x="726765" y="98025"/>
                </a:cubicBezTo>
                <a:lnTo>
                  <a:pt x="734446" y="124359"/>
                </a:lnTo>
                <a:cubicBezTo>
                  <a:pt x="779801" y="93270"/>
                  <a:pt x="812719" y="57425"/>
                  <a:pt x="833201" y="16826"/>
                </a:cubicBezTo>
                <a:close/>
                <a:moveTo>
                  <a:pt x="826618" y="89246"/>
                </a:moveTo>
                <a:cubicBezTo>
                  <a:pt x="806135" y="129846"/>
                  <a:pt x="773583" y="165690"/>
                  <a:pt x="728960" y="197146"/>
                </a:cubicBezTo>
                <a:lnTo>
                  <a:pt x="736641" y="223480"/>
                </a:lnTo>
                <a:cubicBezTo>
                  <a:pt x="754197" y="211410"/>
                  <a:pt x="769925" y="198609"/>
                  <a:pt x="784555" y="185441"/>
                </a:cubicBezTo>
                <a:lnTo>
                  <a:pt x="784555" y="337963"/>
                </a:lnTo>
                <a:lnTo>
                  <a:pt x="810524" y="337963"/>
                </a:lnTo>
                <a:lnTo>
                  <a:pt x="810524" y="158741"/>
                </a:lnTo>
                <a:cubicBezTo>
                  <a:pt x="826618" y="140453"/>
                  <a:pt x="839785" y="120702"/>
                  <a:pt x="850392" y="100219"/>
                </a:cubicBezTo>
                <a:close/>
                <a:moveTo>
                  <a:pt x="1100938" y="64375"/>
                </a:moveTo>
                <a:lnTo>
                  <a:pt x="1100938" y="90709"/>
                </a:lnTo>
                <a:lnTo>
                  <a:pt x="1157265" y="90709"/>
                </a:lnTo>
                <a:cubicBezTo>
                  <a:pt x="1173724" y="147037"/>
                  <a:pt x="1202985" y="196049"/>
                  <a:pt x="1245413" y="237745"/>
                </a:cubicBezTo>
                <a:cubicBezTo>
                  <a:pt x="1205911" y="273589"/>
                  <a:pt x="1155436" y="299559"/>
                  <a:pt x="1093988" y="316018"/>
                </a:cubicBezTo>
                <a:lnTo>
                  <a:pt x="1107887" y="339060"/>
                </a:lnTo>
                <a:cubicBezTo>
                  <a:pt x="1170066" y="321138"/>
                  <a:pt x="1222004" y="292975"/>
                  <a:pt x="1263701" y="254570"/>
                </a:cubicBezTo>
                <a:cubicBezTo>
                  <a:pt x="1303203" y="288586"/>
                  <a:pt x="1352946" y="316749"/>
                  <a:pt x="1413663" y="339426"/>
                </a:cubicBezTo>
                <a:lnTo>
                  <a:pt x="1427927" y="317481"/>
                </a:lnTo>
                <a:cubicBezTo>
                  <a:pt x="1369406" y="295901"/>
                  <a:pt x="1320760" y="268835"/>
                  <a:pt x="1281989" y="235916"/>
                </a:cubicBezTo>
                <a:cubicBezTo>
                  <a:pt x="1317834" y="197146"/>
                  <a:pt x="1344900" y="148499"/>
                  <a:pt x="1362822" y="90709"/>
                </a:cubicBezTo>
                <a:lnTo>
                  <a:pt x="1419881" y="90709"/>
                </a:lnTo>
                <a:lnTo>
                  <a:pt x="1419881" y="64375"/>
                </a:lnTo>
                <a:lnTo>
                  <a:pt x="1280160" y="64375"/>
                </a:lnTo>
                <a:cubicBezTo>
                  <a:pt x="1268456" y="39137"/>
                  <a:pt x="1256020" y="17558"/>
                  <a:pt x="1242121" y="1"/>
                </a:cubicBezTo>
                <a:lnTo>
                  <a:pt x="1215786" y="9511"/>
                </a:lnTo>
                <a:cubicBezTo>
                  <a:pt x="1230417" y="26702"/>
                  <a:pt x="1242487" y="44989"/>
                  <a:pt x="1252362" y="64375"/>
                </a:cubicBezTo>
                <a:close/>
                <a:moveTo>
                  <a:pt x="1183234" y="90709"/>
                </a:moveTo>
                <a:lnTo>
                  <a:pt x="1335390" y="90709"/>
                </a:lnTo>
                <a:cubicBezTo>
                  <a:pt x="1320028" y="141184"/>
                  <a:pt x="1296254" y="183978"/>
                  <a:pt x="1263701" y="219457"/>
                </a:cubicBezTo>
                <a:cubicBezTo>
                  <a:pt x="1225662" y="182881"/>
                  <a:pt x="1198961" y="140087"/>
                  <a:pt x="1183234" y="90709"/>
                </a:cubicBezTo>
                <a:close/>
                <a:moveTo>
                  <a:pt x="1469624" y="69861"/>
                </a:moveTo>
                <a:lnTo>
                  <a:pt x="1469624" y="95098"/>
                </a:lnTo>
                <a:lnTo>
                  <a:pt x="1589227" y="95098"/>
                </a:lnTo>
                <a:cubicBezTo>
                  <a:pt x="1562161" y="159838"/>
                  <a:pt x="1518270" y="212873"/>
                  <a:pt x="1456822" y="253839"/>
                </a:cubicBezTo>
                <a:lnTo>
                  <a:pt x="1471818" y="278344"/>
                </a:lnTo>
                <a:cubicBezTo>
                  <a:pt x="1536924" y="230430"/>
                  <a:pt x="1583009" y="169348"/>
                  <a:pt x="1610076" y="95098"/>
                </a:cubicBezTo>
                <a:lnTo>
                  <a:pt x="1612636" y="95098"/>
                </a:lnTo>
                <a:lnTo>
                  <a:pt x="1612636" y="237745"/>
                </a:lnTo>
                <a:lnTo>
                  <a:pt x="1537289" y="237745"/>
                </a:lnTo>
                <a:lnTo>
                  <a:pt x="1537289" y="262983"/>
                </a:lnTo>
                <a:lnTo>
                  <a:pt x="1612636" y="262983"/>
                </a:lnTo>
                <a:lnTo>
                  <a:pt x="1612636" y="337963"/>
                </a:lnTo>
                <a:lnTo>
                  <a:pt x="1639702" y="337963"/>
                </a:lnTo>
                <a:lnTo>
                  <a:pt x="1639702" y="262983"/>
                </a:lnTo>
                <a:lnTo>
                  <a:pt x="1717975" y="262983"/>
                </a:lnTo>
                <a:lnTo>
                  <a:pt x="1717975" y="237745"/>
                </a:lnTo>
                <a:lnTo>
                  <a:pt x="1639702" y="237745"/>
                </a:lnTo>
                <a:lnTo>
                  <a:pt x="1639702" y="95098"/>
                </a:lnTo>
                <a:lnTo>
                  <a:pt x="1642628" y="95098"/>
                </a:lnTo>
                <a:cubicBezTo>
                  <a:pt x="1667500" y="161301"/>
                  <a:pt x="1712123" y="220920"/>
                  <a:pt x="1776496" y="273589"/>
                </a:cubicBezTo>
                <a:lnTo>
                  <a:pt x="1794419" y="250912"/>
                </a:lnTo>
                <a:cubicBezTo>
                  <a:pt x="1731508" y="205192"/>
                  <a:pt x="1687617" y="153254"/>
                  <a:pt x="1663111" y="95098"/>
                </a:cubicBezTo>
                <a:lnTo>
                  <a:pt x="1782349" y="95098"/>
                </a:lnTo>
                <a:lnTo>
                  <a:pt x="1782349" y="69861"/>
                </a:lnTo>
                <a:lnTo>
                  <a:pt x="1639702" y="69861"/>
                </a:lnTo>
                <a:lnTo>
                  <a:pt x="1639702" y="3658"/>
                </a:lnTo>
                <a:lnTo>
                  <a:pt x="1612636" y="3658"/>
                </a:lnTo>
                <a:lnTo>
                  <a:pt x="1612636" y="69861"/>
                </a:lnTo>
                <a:close/>
              </a:path>
            </a:pathLst>
          </a:custGeom>
          <a:solidFill>
            <a:srgbClr val="374151"/>
          </a:solidFill>
        </p:spPr>
      </p:sp>
      <p:sp>
        <p:nvSpPr>
          <p:cNvPr id="6" name="形状 5"/>
          <p:cNvSpPr/>
          <p:nvPr/>
        </p:nvSpPr>
        <p:spPr>
          <a:xfrm>
            <a:off x="1848551" y="4788773"/>
            <a:ext cx="1794419" cy="339426"/>
          </a:xfrm>
          <a:custGeom>
            <a:pathLst>
              <a:path w="1794419" h="339426">
                <a:moveTo>
                  <a:pt x="152888" y="123262"/>
                </a:moveTo>
                <a:lnTo>
                  <a:pt x="152888" y="158375"/>
                </a:lnTo>
                <a:lnTo>
                  <a:pt x="39502" y="158375"/>
                </a:lnTo>
                <a:lnTo>
                  <a:pt x="22677" y="241403"/>
                </a:lnTo>
                <a:lnTo>
                  <a:pt x="122895" y="241403"/>
                </a:lnTo>
                <a:cubicBezTo>
                  <a:pt x="100950" y="265908"/>
                  <a:pt x="60716" y="287854"/>
                  <a:pt x="2195" y="307239"/>
                </a:cubicBezTo>
                <a:lnTo>
                  <a:pt x="17191" y="331379"/>
                </a:lnTo>
                <a:cubicBezTo>
                  <a:pt x="83028" y="306508"/>
                  <a:pt x="127650" y="276516"/>
                  <a:pt x="151790" y="241403"/>
                </a:cubicBezTo>
                <a:lnTo>
                  <a:pt x="152888" y="241403"/>
                </a:lnTo>
                <a:lnTo>
                  <a:pt x="152888" y="338329"/>
                </a:lnTo>
                <a:lnTo>
                  <a:pt x="178491" y="338329"/>
                </a:lnTo>
                <a:lnTo>
                  <a:pt x="178491" y="241403"/>
                </a:lnTo>
                <a:lnTo>
                  <a:pt x="283830" y="241403"/>
                </a:lnTo>
                <a:cubicBezTo>
                  <a:pt x="283830" y="261153"/>
                  <a:pt x="282733" y="274687"/>
                  <a:pt x="280538" y="282002"/>
                </a:cubicBezTo>
                <a:cubicBezTo>
                  <a:pt x="277612" y="290049"/>
                  <a:pt x="270663" y="294438"/>
                  <a:pt x="259690" y="294438"/>
                </a:cubicBezTo>
                <a:cubicBezTo>
                  <a:pt x="245059" y="294438"/>
                  <a:pt x="228966" y="294072"/>
                  <a:pt x="212141" y="293340"/>
                </a:cubicBezTo>
                <a:lnTo>
                  <a:pt x="218725" y="318212"/>
                </a:lnTo>
                <a:cubicBezTo>
                  <a:pt x="233355" y="318578"/>
                  <a:pt x="248351" y="318944"/>
                  <a:pt x="263713" y="318944"/>
                </a:cubicBezTo>
                <a:cubicBezTo>
                  <a:pt x="283464" y="318578"/>
                  <a:pt x="296266" y="312360"/>
                  <a:pt x="302118" y="299924"/>
                </a:cubicBezTo>
                <a:cubicBezTo>
                  <a:pt x="307604" y="288951"/>
                  <a:pt x="310530" y="261519"/>
                  <a:pt x="310530" y="218360"/>
                </a:cubicBezTo>
                <a:lnTo>
                  <a:pt x="178491" y="218360"/>
                </a:lnTo>
                <a:lnTo>
                  <a:pt x="178491" y="182515"/>
                </a:lnTo>
                <a:lnTo>
                  <a:pt x="297729" y="182515"/>
                </a:lnTo>
                <a:lnTo>
                  <a:pt x="297729" y="99122"/>
                </a:lnTo>
                <a:lnTo>
                  <a:pt x="31090" y="99122"/>
                </a:lnTo>
                <a:lnTo>
                  <a:pt x="31090" y="123262"/>
                </a:lnTo>
                <a:close/>
                <a:moveTo>
                  <a:pt x="152888" y="182515"/>
                </a:moveTo>
                <a:lnTo>
                  <a:pt x="152888" y="218360"/>
                </a:lnTo>
                <a:lnTo>
                  <a:pt x="53767" y="218360"/>
                </a:lnTo>
                <a:lnTo>
                  <a:pt x="62545" y="182515"/>
                </a:lnTo>
                <a:close/>
                <a:moveTo>
                  <a:pt x="178491" y="158375"/>
                </a:moveTo>
                <a:lnTo>
                  <a:pt x="178491" y="123262"/>
                </a:lnTo>
                <a:lnTo>
                  <a:pt x="270663" y="123262"/>
                </a:lnTo>
                <a:lnTo>
                  <a:pt x="270663" y="158375"/>
                </a:lnTo>
                <a:close/>
                <a:moveTo>
                  <a:pt x="52670" y="51207"/>
                </a:moveTo>
                <a:lnTo>
                  <a:pt x="74981" y="51207"/>
                </a:lnTo>
                <a:cubicBezTo>
                  <a:pt x="85222" y="64009"/>
                  <a:pt x="94000" y="77176"/>
                  <a:pt x="101316" y="90709"/>
                </a:cubicBezTo>
                <a:lnTo>
                  <a:pt x="125090" y="81931"/>
                </a:lnTo>
                <a:cubicBezTo>
                  <a:pt x="119604" y="72422"/>
                  <a:pt x="112288" y="62180"/>
                  <a:pt x="103144" y="51207"/>
                </a:cubicBezTo>
                <a:lnTo>
                  <a:pt x="163495" y="51207"/>
                </a:lnTo>
                <a:lnTo>
                  <a:pt x="163495" y="28164"/>
                </a:lnTo>
                <a:lnTo>
                  <a:pt x="66203" y="28164"/>
                </a:lnTo>
                <a:cubicBezTo>
                  <a:pt x="69495" y="20849"/>
                  <a:pt x="72786" y="13534"/>
                  <a:pt x="76078" y="5487"/>
                </a:cubicBezTo>
                <a:lnTo>
                  <a:pt x="50841" y="1"/>
                </a:lnTo>
                <a:cubicBezTo>
                  <a:pt x="40234" y="27067"/>
                  <a:pt x="23409" y="51573"/>
                  <a:pt x="0" y="73884"/>
                </a:cubicBezTo>
                <a:lnTo>
                  <a:pt x="23043" y="88149"/>
                </a:lnTo>
                <a:cubicBezTo>
                  <a:pt x="34016" y="76811"/>
                  <a:pt x="43891" y="64375"/>
                  <a:pt x="52670" y="51207"/>
                </a:cubicBezTo>
                <a:close/>
                <a:moveTo>
                  <a:pt x="207020" y="50110"/>
                </a:moveTo>
                <a:lnTo>
                  <a:pt x="232258" y="50110"/>
                </a:lnTo>
                <a:cubicBezTo>
                  <a:pt x="242499" y="63278"/>
                  <a:pt x="251643" y="76811"/>
                  <a:pt x="258958" y="91075"/>
                </a:cubicBezTo>
                <a:lnTo>
                  <a:pt x="282367" y="82297"/>
                </a:lnTo>
                <a:cubicBezTo>
                  <a:pt x="276881" y="72422"/>
                  <a:pt x="269565" y="61814"/>
                  <a:pt x="260421" y="50110"/>
                </a:cubicBezTo>
                <a:lnTo>
                  <a:pt x="326624" y="50110"/>
                </a:lnTo>
                <a:lnTo>
                  <a:pt x="326624" y="27067"/>
                </a:lnTo>
                <a:lnTo>
                  <a:pt x="218725" y="27067"/>
                </a:lnTo>
                <a:cubicBezTo>
                  <a:pt x="221651" y="20118"/>
                  <a:pt x="224577" y="12803"/>
                  <a:pt x="227137" y="5487"/>
                </a:cubicBezTo>
                <a:lnTo>
                  <a:pt x="201900" y="1"/>
                </a:lnTo>
                <a:cubicBezTo>
                  <a:pt x="192390" y="27067"/>
                  <a:pt x="177760" y="51939"/>
                  <a:pt x="157277" y="74250"/>
                </a:cubicBezTo>
                <a:lnTo>
                  <a:pt x="179954" y="88515"/>
                </a:lnTo>
                <a:cubicBezTo>
                  <a:pt x="190195" y="76811"/>
                  <a:pt x="198974" y="64009"/>
                  <a:pt x="207020" y="50110"/>
                </a:cubicBezTo>
                <a:close/>
                <a:moveTo>
                  <a:pt x="399044" y="43161"/>
                </a:moveTo>
                <a:lnTo>
                  <a:pt x="399044" y="69130"/>
                </a:lnTo>
                <a:lnTo>
                  <a:pt x="658734" y="69130"/>
                </a:lnTo>
                <a:lnTo>
                  <a:pt x="658734" y="43161"/>
                </a:lnTo>
                <a:close/>
                <a:moveTo>
                  <a:pt x="365394" y="273224"/>
                </a:moveTo>
                <a:lnTo>
                  <a:pt x="365394" y="299924"/>
                </a:lnTo>
                <a:lnTo>
                  <a:pt x="692018" y="299924"/>
                </a:lnTo>
                <a:lnTo>
                  <a:pt x="692018" y="273224"/>
                </a:lnTo>
                <a:close/>
                <a:moveTo>
                  <a:pt x="867217" y="25970"/>
                </a:moveTo>
                <a:lnTo>
                  <a:pt x="867217" y="51939"/>
                </a:lnTo>
                <a:lnTo>
                  <a:pt x="1042416" y="51939"/>
                </a:lnTo>
                <a:lnTo>
                  <a:pt x="1042416" y="25970"/>
                </a:lnTo>
                <a:close/>
                <a:moveTo>
                  <a:pt x="857342" y="118873"/>
                </a:moveTo>
                <a:lnTo>
                  <a:pt x="857342" y="144842"/>
                </a:lnTo>
                <a:lnTo>
                  <a:pt x="972556" y="144842"/>
                </a:lnTo>
                <a:lnTo>
                  <a:pt x="972556" y="298095"/>
                </a:lnTo>
                <a:cubicBezTo>
                  <a:pt x="972556" y="307605"/>
                  <a:pt x="966338" y="312360"/>
                  <a:pt x="954634" y="312360"/>
                </a:cubicBezTo>
                <a:cubicBezTo>
                  <a:pt x="938540" y="312360"/>
                  <a:pt x="922081" y="311628"/>
                  <a:pt x="904525" y="310531"/>
                </a:cubicBezTo>
                <a:lnTo>
                  <a:pt x="910011" y="336500"/>
                </a:lnTo>
                <a:lnTo>
                  <a:pt x="963778" y="336500"/>
                </a:lnTo>
                <a:cubicBezTo>
                  <a:pt x="987186" y="336500"/>
                  <a:pt x="999256" y="325893"/>
                  <a:pt x="999256" y="304679"/>
                </a:cubicBezTo>
                <a:lnTo>
                  <a:pt x="999256" y="144842"/>
                </a:lnTo>
                <a:lnTo>
                  <a:pt x="1058510" y="144842"/>
                </a:lnTo>
                <a:lnTo>
                  <a:pt x="1058510" y="118873"/>
                </a:lnTo>
                <a:close/>
                <a:moveTo>
                  <a:pt x="809427" y="5853"/>
                </a:moveTo>
                <a:cubicBezTo>
                  <a:pt x="792236" y="40235"/>
                  <a:pt x="764804" y="70959"/>
                  <a:pt x="726765" y="98025"/>
                </a:cubicBezTo>
                <a:lnTo>
                  <a:pt x="734446" y="124359"/>
                </a:lnTo>
                <a:cubicBezTo>
                  <a:pt x="779801" y="93270"/>
                  <a:pt x="812719" y="57425"/>
                  <a:pt x="833201" y="16826"/>
                </a:cubicBezTo>
                <a:close/>
                <a:moveTo>
                  <a:pt x="826618" y="89246"/>
                </a:moveTo>
                <a:cubicBezTo>
                  <a:pt x="806135" y="129846"/>
                  <a:pt x="773583" y="165690"/>
                  <a:pt x="728960" y="197146"/>
                </a:cubicBezTo>
                <a:lnTo>
                  <a:pt x="736641" y="223480"/>
                </a:lnTo>
                <a:cubicBezTo>
                  <a:pt x="754197" y="211410"/>
                  <a:pt x="769925" y="198609"/>
                  <a:pt x="784555" y="185441"/>
                </a:cubicBezTo>
                <a:lnTo>
                  <a:pt x="784555" y="337963"/>
                </a:lnTo>
                <a:lnTo>
                  <a:pt x="810524" y="337963"/>
                </a:lnTo>
                <a:lnTo>
                  <a:pt x="810524" y="158741"/>
                </a:lnTo>
                <a:cubicBezTo>
                  <a:pt x="826618" y="140453"/>
                  <a:pt x="839785" y="120702"/>
                  <a:pt x="850392" y="100219"/>
                </a:cubicBezTo>
                <a:close/>
                <a:moveTo>
                  <a:pt x="1100938" y="64375"/>
                </a:moveTo>
                <a:lnTo>
                  <a:pt x="1100938" y="90709"/>
                </a:lnTo>
                <a:lnTo>
                  <a:pt x="1157265" y="90709"/>
                </a:lnTo>
                <a:cubicBezTo>
                  <a:pt x="1173724" y="147037"/>
                  <a:pt x="1202985" y="196049"/>
                  <a:pt x="1245413" y="237745"/>
                </a:cubicBezTo>
                <a:cubicBezTo>
                  <a:pt x="1205911" y="273589"/>
                  <a:pt x="1155436" y="299559"/>
                  <a:pt x="1093988" y="316018"/>
                </a:cubicBezTo>
                <a:lnTo>
                  <a:pt x="1107887" y="339060"/>
                </a:lnTo>
                <a:cubicBezTo>
                  <a:pt x="1170066" y="321138"/>
                  <a:pt x="1222004" y="292975"/>
                  <a:pt x="1263701" y="254570"/>
                </a:cubicBezTo>
                <a:cubicBezTo>
                  <a:pt x="1303203" y="288586"/>
                  <a:pt x="1352946" y="316749"/>
                  <a:pt x="1413663" y="339426"/>
                </a:cubicBezTo>
                <a:lnTo>
                  <a:pt x="1427927" y="317481"/>
                </a:lnTo>
                <a:cubicBezTo>
                  <a:pt x="1369406" y="295901"/>
                  <a:pt x="1320760" y="268835"/>
                  <a:pt x="1281989" y="235916"/>
                </a:cubicBezTo>
                <a:cubicBezTo>
                  <a:pt x="1317834" y="197146"/>
                  <a:pt x="1344900" y="148499"/>
                  <a:pt x="1362822" y="90709"/>
                </a:cubicBezTo>
                <a:lnTo>
                  <a:pt x="1419881" y="90709"/>
                </a:lnTo>
                <a:lnTo>
                  <a:pt x="1419881" y="64375"/>
                </a:lnTo>
                <a:lnTo>
                  <a:pt x="1280160" y="64375"/>
                </a:lnTo>
                <a:cubicBezTo>
                  <a:pt x="1268456" y="39137"/>
                  <a:pt x="1256020" y="17558"/>
                  <a:pt x="1242121" y="1"/>
                </a:cubicBezTo>
                <a:lnTo>
                  <a:pt x="1215786" y="9511"/>
                </a:lnTo>
                <a:cubicBezTo>
                  <a:pt x="1230417" y="26702"/>
                  <a:pt x="1242487" y="44989"/>
                  <a:pt x="1252362" y="64375"/>
                </a:cubicBezTo>
                <a:close/>
                <a:moveTo>
                  <a:pt x="1183234" y="90709"/>
                </a:moveTo>
                <a:lnTo>
                  <a:pt x="1335390" y="90709"/>
                </a:lnTo>
                <a:cubicBezTo>
                  <a:pt x="1320028" y="141184"/>
                  <a:pt x="1296254" y="183978"/>
                  <a:pt x="1263701" y="219457"/>
                </a:cubicBezTo>
                <a:cubicBezTo>
                  <a:pt x="1225662" y="182881"/>
                  <a:pt x="1198961" y="140087"/>
                  <a:pt x="1183234" y="90709"/>
                </a:cubicBezTo>
                <a:close/>
                <a:moveTo>
                  <a:pt x="1469624" y="69861"/>
                </a:moveTo>
                <a:lnTo>
                  <a:pt x="1469624" y="95098"/>
                </a:lnTo>
                <a:lnTo>
                  <a:pt x="1589227" y="95098"/>
                </a:lnTo>
                <a:cubicBezTo>
                  <a:pt x="1562161" y="159838"/>
                  <a:pt x="1518270" y="212873"/>
                  <a:pt x="1456822" y="253839"/>
                </a:cubicBezTo>
                <a:lnTo>
                  <a:pt x="1471818" y="278344"/>
                </a:lnTo>
                <a:cubicBezTo>
                  <a:pt x="1536924" y="230430"/>
                  <a:pt x="1583009" y="169348"/>
                  <a:pt x="1610076" y="95098"/>
                </a:cubicBezTo>
                <a:lnTo>
                  <a:pt x="1612636" y="95098"/>
                </a:lnTo>
                <a:lnTo>
                  <a:pt x="1612636" y="237745"/>
                </a:lnTo>
                <a:lnTo>
                  <a:pt x="1537289" y="237745"/>
                </a:lnTo>
                <a:lnTo>
                  <a:pt x="1537289" y="262983"/>
                </a:lnTo>
                <a:lnTo>
                  <a:pt x="1612636" y="262983"/>
                </a:lnTo>
                <a:lnTo>
                  <a:pt x="1612636" y="337963"/>
                </a:lnTo>
                <a:lnTo>
                  <a:pt x="1639702" y="337963"/>
                </a:lnTo>
                <a:lnTo>
                  <a:pt x="1639702" y="262983"/>
                </a:lnTo>
                <a:lnTo>
                  <a:pt x="1717975" y="262983"/>
                </a:lnTo>
                <a:lnTo>
                  <a:pt x="1717975" y="237745"/>
                </a:lnTo>
                <a:lnTo>
                  <a:pt x="1639702" y="237745"/>
                </a:lnTo>
                <a:lnTo>
                  <a:pt x="1639702" y="95098"/>
                </a:lnTo>
                <a:lnTo>
                  <a:pt x="1642628" y="95098"/>
                </a:lnTo>
                <a:cubicBezTo>
                  <a:pt x="1667500" y="161301"/>
                  <a:pt x="1712123" y="220920"/>
                  <a:pt x="1776496" y="273589"/>
                </a:cubicBezTo>
                <a:lnTo>
                  <a:pt x="1794419" y="250912"/>
                </a:lnTo>
                <a:cubicBezTo>
                  <a:pt x="1731508" y="205192"/>
                  <a:pt x="1687617" y="153254"/>
                  <a:pt x="1663111" y="95098"/>
                </a:cubicBezTo>
                <a:lnTo>
                  <a:pt x="1782349" y="95098"/>
                </a:lnTo>
                <a:lnTo>
                  <a:pt x="1782349" y="69861"/>
                </a:lnTo>
                <a:lnTo>
                  <a:pt x="1639702" y="69861"/>
                </a:lnTo>
                <a:lnTo>
                  <a:pt x="1639702" y="3658"/>
                </a:lnTo>
                <a:lnTo>
                  <a:pt x="1612636" y="3658"/>
                </a:lnTo>
                <a:lnTo>
                  <a:pt x="1612636" y="69861"/>
                </a:lnTo>
                <a:close/>
              </a:path>
            </a:pathLst>
          </a:custGeom>
          <a:solidFill>
            <a:srgbClr val="374151"/>
          </a:solidFill>
        </p:spPr>
      </p:sp>
      <p:sp>
        <p:nvSpPr>
          <p:cNvPr id="7" name="形状 6"/>
          <p:cNvSpPr/>
          <p:nvPr/>
        </p:nvSpPr>
        <p:spPr>
          <a:xfrm>
            <a:off x="1850014" y="5946648"/>
            <a:ext cx="2463516" cy="339791"/>
          </a:xfrm>
          <a:custGeom>
            <a:pathLst>
              <a:path w="2463516" h="339791">
                <a:moveTo>
                  <a:pt x="316748" y="40600"/>
                </a:moveTo>
                <a:lnTo>
                  <a:pt x="178857" y="40600"/>
                </a:lnTo>
                <a:cubicBezTo>
                  <a:pt x="174102" y="25604"/>
                  <a:pt x="168981" y="12070"/>
                  <a:pt x="163861" y="0"/>
                </a:cubicBezTo>
                <a:lnTo>
                  <a:pt x="133868" y="5121"/>
                </a:lnTo>
                <a:cubicBezTo>
                  <a:pt x="139720" y="15728"/>
                  <a:pt x="145207" y="27432"/>
                  <a:pt x="150327" y="40600"/>
                </a:cubicBezTo>
                <a:lnTo>
                  <a:pt x="6584" y="40600"/>
                </a:lnTo>
                <a:lnTo>
                  <a:pt x="6584" y="122164"/>
                </a:lnTo>
                <a:lnTo>
                  <a:pt x="32919" y="122164"/>
                </a:lnTo>
                <a:lnTo>
                  <a:pt x="32919" y="65837"/>
                </a:lnTo>
                <a:lnTo>
                  <a:pt x="290414" y="65837"/>
                </a:lnTo>
                <a:lnTo>
                  <a:pt x="290414" y="122164"/>
                </a:lnTo>
                <a:lnTo>
                  <a:pt x="316748" y="122164"/>
                </a:lnTo>
                <a:close/>
                <a:moveTo>
                  <a:pt x="62911" y="105339"/>
                </a:moveTo>
                <a:lnTo>
                  <a:pt x="62911" y="129845"/>
                </a:lnTo>
                <a:lnTo>
                  <a:pt x="219822" y="129845"/>
                </a:lnTo>
                <a:cubicBezTo>
                  <a:pt x="204826" y="139355"/>
                  <a:pt x="182514" y="152156"/>
                  <a:pt x="152888" y="167518"/>
                </a:cubicBezTo>
                <a:lnTo>
                  <a:pt x="152888" y="203363"/>
                </a:lnTo>
                <a:lnTo>
                  <a:pt x="0" y="203363"/>
                </a:lnTo>
                <a:lnTo>
                  <a:pt x="0" y="228966"/>
                </a:lnTo>
                <a:lnTo>
                  <a:pt x="152888" y="228966"/>
                </a:lnTo>
                <a:lnTo>
                  <a:pt x="152888" y="297363"/>
                </a:lnTo>
                <a:cubicBezTo>
                  <a:pt x="152888" y="307970"/>
                  <a:pt x="148133" y="313457"/>
                  <a:pt x="138623" y="313457"/>
                </a:cubicBezTo>
                <a:cubicBezTo>
                  <a:pt x="123261" y="313457"/>
                  <a:pt x="109362" y="313091"/>
                  <a:pt x="96561" y="312725"/>
                </a:cubicBezTo>
                <a:lnTo>
                  <a:pt x="102779" y="336865"/>
                </a:lnTo>
                <a:lnTo>
                  <a:pt x="147767" y="336865"/>
                </a:lnTo>
                <a:cubicBezTo>
                  <a:pt x="168981" y="336865"/>
                  <a:pt x="179588" y="326624"/>
                  <a:pt x="179588" y="306507"/>
                </a:cubicBezTo>
                <a:lnTo>
                  <a:pt x="179588" y="228966"/>
                </a:lnTo>
                <a:lnTo>
                  <a:pt x="323698" y="228966"/>
                </a:lnTo>
                <a:lnTo>
                  <a:pt x="323698" y="203363"/>
                </a:lnTo>
                <a:lnTo>
                  <a:pt x="179588" y="203363"/>
                </a:lnTo>
                <a:lnTo>
                  <a:pt x="179588" y="178857"/>
                </a:lnTo>
                <a:cubicBezTo>
                  <a:pt x="208849" y="162764"/>
                  <a:pt x="235549" y="146670"/>
                  <a:pt x="259324" y="129845"/>
                </a:cubicBezTo>
                <a:lnTo>
                  <a:pt x="259324" y="105339"/>
                </a:lnTo>
                <a:close/>
                <a:moveTo>
                  <a:pt x="439522" y="17923"/>
                </a:moveTo>
                <a:lnTo>
                  <a:pt x="439522" y="133503"/>
                </a:lnTo>
                <a:lnTo>
                  <a:pt x="492191" y="133503"/>
                </a:lnTo>
                <a:lnTo>
                  <a:pt x="492191" y="288951"/>
                </a:lnTo>
                <a:cubicBezTo>
                  <a:pt x="482681" y="291145"/>
                  <a:pt x="472440" y="293705"/>
                  <a:pt x="462199" y="295900"/>
                </a:cubicBezTo>
                <a:lnTo>
                  <a:pt x="462199" y="170078"/>
                </a:lnTo>
                <a:lnTo>
                  <a:pt x="438790" y="170078"/>
                </a:lnTo>
                <a:lnTo>
                  <a:pt x="438790" y="301021"/>
                </a:lnTo>
                <a:cubicBezTo>
                  <a:pt x="432207" y="302484"/>
                  <a:pt x="425257" y="303581"/>
                  <a:pt x="418673" y="305044"/>
                </a:cubicBezTo>
                <a:lnTo>
                  <a:pt x="425989" y="330647"/>
                </a:lnTo>
                <a:cubicBezTo>
                  <a:pt x="479024" y="319309"/>
                  <a:pt x="525475" y="307238"/>
                  <a:pt x="564978" y="294437"/>
                </a:cubicBezTo>
                <a:lnTo>
                  <a:pt x="564978" y="268468"/>
                </a:lnTo>
                <a:cubicBezTo>
                  <a:pt x="549615" y="273223"/>
                  <a:pt x="533522" y="277978"/>
                  <a:pt x="516697" y="282733"/>
                </a:cubicBezTo>
                <a:lnTo>
                  <a:pt x="516697" y="215433"/>
                </a:lnTo>
                <a:lnTo>
                  <a:pt x="557297" y="215433"/>
                </a:lnTo>
                <a:lnTo>
                  <a:pt x="557297" y="190561"/>
                </a:lnTo>
                <a:lnTo>
                  <a:pt x="516697" y="190561"/>
                </a:lnTo>
                <a:lnTo>
                  <a:pt x="516697" y="133503"/>
                </a:lnTo>
                <a:lnTo>
                  <a:pt x="552907" y="133503"/>
                </a:lnTo>
                <a:lnTo>
                  <a:pt x="552907" y="17923"/>
                </a:lnTo>
                <a:close/>
                <a:moveTo>
                  <a:pt x="527304" y="108997"/>
                </a:moveTo>
                <a:lnTo>
                  <a:pt x="465125" y="108997"/>
                </a:lnTo>
                <a:lnTo>
                  <a:pt x="465125" y="42429"/>
                </a:lnTo>
                <a:lnTo>
                  <a:pt x="527304" y="42429"/>
                </a:lnTo>
                <a:close/>
                <a:moveTo>
                  <a:pt x="732130" y="228234"/>
                </a:moveTo>
                <a:lnTo>
                  <a:pt x="732130" y="103876"/>
                </a:lnTo>
                <a:lnTo>
                  <a:pt x="607771" y="103876"/>
                </a:lnTo>
                <a:lnTo>
                  <a:pt x="607771" y="41697"/>
                </a:lnTo>
                <a:lnTo>
                  <a:pt x="744931" y="41697"/>
                </a:lnTo>
                <a:lnTo>
                  <a:pt x="744931" y="16459"/>
                </a:lnTo>
                <a:lnTo>
                  <a:pt x="582534" y="16459"/>
                </a:lnTo>
                <a:lnTo>
                  <a:pt x="582534" y="324429"/>
                </a:lnTo>
                <a:lnTo>
                  <a:pt x="750418" y="324429"/>
                </a:lnTo>
                <a:lnTo>
                  <a:pt x="750418" y="299192"/>
                </a:lnTo>
                <a:lnTo>
                  <a:pt x="607771" y="299192"/>
                </a:lnTo>
                <a:lnTo>
                  <a:pt x="607771" y="228234"/>
                </a:lnTo>
                <a:close/>
                <a:moveTo>
                  <a:pt x="607771" y="128016"/>
                </a:moveTo>
                <a:lnTo>
                  <a:pt x="707258" y="128016"/>
                </a:lnTo>
                <a:lnTo>
                  <a:pt x="707258" y="203728"/>
                </a:lnTo>
                <a:lnTo>
                  <a:pt x="607771" y="203728"/>
                </a:lnTo>
                <a:close/>
                <a:moveTo>
                  <a:pt x="1015106" y="84491"/>
                </a:moveTo>
                <a:lnTo>
                  <a:pt x="1015106" y="106071"/>
                </a:lnTo>
                <a:lnTo>
                  <a:pt x="1057168" y="106071"/>
                </a:lnTo>
                <a:lnTo>
                  <a:pt x="1057168" y="140452"/>
                </a:lnTo>
                <a:lnTo>
                  <a:pt x="1009254" y="140452"/>
                </a:lnTo>
                <a:lnTo>
                  <a:pt x="1009254" y="162398"/>
                </a:lnTo>
                <a:lnTo>
                  <a:pt x="1130686" y="162398"/>
                </a:lnTo>
                <a:lnTo>
                  <a:pt x="1130686" y="140452"/>
                </a:lnTo>
                <a:lnTo>
                  <a:pt x="1082040" y="140452"/>
                </a:lnTo>
                <a:lnTo>
                  <a:pt x="1082040" y="106071"/>
                </a:lnTo>
                <a:lnTo>
                  <a:pt x="1124468" y="106071"/>
                </a:lnTo>
                <a:lnTo>
                  <a:pt x="1124468" y="84491"/>
                </a:lnTo>
                <a:lnTo>
                  <a:pt x="1082040" y="84491"/>
                </a:lnTo>
                <a:lnTo>
                  <a:pt x="1082040" y="55596"/>
                </a:lnTo>
                <a:lnTo>
                  <a:pt x="1057168" y="55596"/>
                </a:lnTo>
                <a:lnTo>
                  <a:pt x="1057168" y="84491"/>
                </a:lnTo>
                <a:close/>
                <a:moveTo>
                  <a:pt x="1020958" y="188367"/>
                </a:moveTo>
                <a:lnTo>
                  <a:pt x="1020958" y="281635"/>
                </a:lnTo>
                <a:lnTo>
                  <a:pt x="1118251" y="281635"/>
                </a:lnTo>
                <a:lnTo>
                  <a:pt x="1118251" y="188367"/>
                </a:lnTo>
                <a:close/>
                <a:moveTo>
                  <a:pt x="1095573" y="260056"/>
                </a:moveTo>
                <a:lnTo>
                  <a:pt x="1043635" y="260056"/>
                </a:lnTo>
                <a:lnTo>
                  <a:pt x="1043635" y="210312"/>
                </a:lnTo>
                <a:lnTo>
                  <a:pt x="1095573" y="210312"/>
                </a:lnTo>
                <a:close/>
                <a:moveTo>
                  <a:pt x="1169091" y="17557"/>
                </a:moveTo>
                <a:lnTo>
                  <a:pt x="971215" y="17557"/>
                </a:lnTo>
                <a:lnTo>
                  <a:pt x="971215" y="219456"/>
                </a:lnTo>
                <a:cubicBezTo>
                  <a:pt x="970483" y="260056"/>
                  <a:pt x="961705" y="293705"/>
                  <a:pt x="944149" y="320406"/>
                </a:cubicBezTo>
                <a:lnTo>
                  <a:pt x="963534" y="338328"/>
                </a:lnTo>
                <a:cubicBezTo>
                  <a:pt x="984748" y="307604"/>
                  <a:pt x="995355" y="267371"/>
                  <a:pt x="996087" y="217993"/>
                </a:cubicBezTo>
                <a:lnTo>
                  <a:pt x="996087" y="41331"/>
                </a:lnTo>
                <a:lnTo>
                  <a:pt x="1144219" y="41331"/>
                </a:lnTo>
                <a:lnTo>
                  <a:pt x="1144219" y="295168"/>
                </a:lnTo>
                <a:cubicBezTo>
                  <a:pt x="1144219" y="307238"/>
                  <a:pt x="1138733" y="313457"/>
                  <a:pt x="1128492" y="313457"/>
                </a:cubicBezTo>
                <a:cubicBezTo>
                  <a:pt x="1118251" y="313457"/>
                  <a:pt x="1106912" y="313091"/>
                  <a:pt x="1094842" y="312360"/>
                </a:cubicBezTo>
                <a:lnTo>
                  <a:pt x="1101060" y="336499"/>
                </a:lnTo>
                <a:lnTo>
                  <a:pt x="1136173" y="336499"/>
                </a:lnTo>
                <a:cubicBezTo>
                  <a:pt x="1158118" y="336499"/>
                  <a:pt x="1169091" y="325527"/>
                  <a:pt x="1169091" y="303947"/>
                </a:cubicBezTo>
                <a:close/>
                <a:moveTo>
                  <a:pt x="892211" y="7315"/>
                </a:moveTo>
                <a:lnTo>
                  <a:pt x="873923" y="25238"/>
                </a:lnTo>
                <a:cubicBezTo>
                  <a:pt x="898429" y="44623"/>
                  <a:pt x="917814" y="62911"/>
                  <a:pt x="932444" y="80468"/>
                </a:cubicBezTo>
                <a:lnTo>
                  <a:pt x="950367" y="62179"/>
                </a:lnTo>
                <a:cubicBezTo>
                  <a:pt x="934639" y="43891"/>
                  <a:pt x="915254" y="25604"/>
                  <a:pt x="892211" y="7315"/>
                </a:cubicBezTo>
                <a:close/>
                <a:moveTo>
                  <a:pt x="847588" y="114849"/>
                </a:moveTo>
                <a:lnTo>
                  <a:pt x="847588" y="140086"/>
                </a:lnTo>
                <a:lnTo>
                  <a:pt x="898429" y="140086"/>
                </a:lnTo>
                <a:lnTo>
                  <a:pt x="898429" y="278343"/>
                </a:lnTo>
                <a:cubicBezTo>
                  <a:pt x="898429" y="284196"/>
                  <a:pt x="895502" y="288951"/>
                  <a:pt x="890382" y="293340"/>
                </a:cubicBezTo>
                <a:lnTo>
                  <a:pt x="900623" y="316749"/>
                </a:lnTo>
                <a:cubicBezTo>
                  <a:pt x="921106" y="302118"/>
                  <a:pt x="940125" y="285659"/>
                  <a:pt x="958048" y="267371"/>
                </a:cubicBezTo>
                <a:lnTo>
                  <a:pt x="951464" y="241402"/>
                </a:lnTo>
                <a:cubicBezTo>
                  <a:pt x="941954" y="250912"/>
                  <a:pt x="932810" y="259324"/>
                  <a:pt x="924032" y="267371"/>
                </a:cubicBezTo>
                <a:lnTo>
                  <a:pt x="924032" y="114849"/>
                </a:lnTo>
                <a:close/>
                <a:moveTo>
                  <a:pt x="1291865" y="61082"/>
                </a:moveTo>
                <a:lnTo>
                  <a:pt x="1291865" y="124724"/>
                </a:lnTo>
                <a:lnTo>
                  <a:pt x="1350386" y="124724"/>
                </a:lnTo>
                <a:cubicBezTo>
                  <a:pt x="1324417" y="144110"/>
                  <a:pt x="1298814" y="158374"/>
                  <a:pt x="1273211" y="167153"/>
                </a:cubicBezTo>
                <a:lnTo>
                  <a:pt x="1284549" y="188367"/>
                </a:lnTo>
                <a:cubicBezTo>
                  <a:pt x="1307226" y="177028"/>
                  <a:pt x="1329172" y="162398"/>
                  <a:pt x="1350752" y="144110"/>
                </a:cubicBezTo>
                <a:lnTo>
                  <a:pt x="1350752" y="185806"/>
                </a:lnTo>
                <a:lnTo>
                  <a:pt x="1374160" y="185806"/>
                </a:lnTo>
                <a:lnTo>
                  <a:pt x="1374160" y="148133"/>
                </a:lnTo>
                <a:cubicBezTo>
                  <a:pt x="1388059" y="155448"/>
                  <a:pt x="1405616" y="166421"/>
                  <a:pt x="1426098" y="180686"/>
                </a:cubicBezTo>
                <a:lnTo>
                  <a:pt x="1439632" y="160569"/>
                </a:lnTo>
                <a:cubicBezTo>
                  <a:pt x="1417686" y="149230"/>
                  <a:pt x="1395740" y="139355"/>
                  <a:pt x="1374160" y="130577"/>
                </a:cubicBezTo>
                <a:lnTo>
                  <a:pt x="1374160" y="124724"/>
                </a:lnTo>
                <a:lnTo>
                  <a:pt x="1433048" y="124724"/>
                </a:lnTo>
                <a:lnTo>
                  <a:pt x="1433048" y="61082"/>
                </a:lnTo>
                <a:lnTo>
                  <a:pt x="1374160" y="61082"/>
                </a:lnTo>
                <a:lnTo>
                  <a:pt x="1374160" y="40600"/>
                </a:lnTo>
                <a:lnTo>
                  <a:pt x="1442192" y="40600"/>
                </a:lnTo>
                <a:lnTo>
                  <a:pt x="1442192" y="20117"/>
                </a:lnTo>
                <a:lnTo>
                  <a:pt x="1374160" y="20117"/>
                </a:lnTo>
                <a:lnTo>
                  <a:pt x="1374160" y="2926"/>
                </a:lnTo>
                <a:lnTo>
                  <a:pt x="1350752" y="2926"/>
                </a:lnTo>
                <a:lnTo>
                  <a:pt x="1350752" y="20117"/>
                </a:lnTo>
                <a:lnTo>
                  <a:pt x="1278697" y="20117"/>
                </a:lnTo>
                <a:lnTo>
                  <a:pt x="1278697" y="40600"/>
                </a:lnTo>
                <a:lnTo>
                  <a:pt x="1350752" y="40600"/>
                </a:lnTo>
                <a:lnTo>
                  <a:pt x="1350752" y="61082"/>
                </a:lnTo>
                <a:close/>
                <a:moveTo>
                  <a:pt x="1411834" y="106802"/>
                </a:moveTo>
                <a:lnTo>
                  <a:pt x="1374160" y="106802"/>
                </a:lnTo>
                <a:lnTo>
                  <a:pt x="1374160" y="79370"/>
                </a:lnTo>
                <a:lnTo>
                  <a:pt x="1411834" y="79370"/>
                </a:lnTo>
                <a:close/>
                <a:moveTo>
                  <a:pt x="1350752" y="106802"/>
                </a:moveTo>
                <a:lnTo>
                  <a:pt x="1313079" y="106802"/>
                </a:lnTo>
                <a:lnTo>
                  <a:pt x="1313079" y="79370"/>
                </a:lnTo>
                <a:lnTo>
                  <a:pt x="1350752" y="79370"/>
                </a:lnTo>
                <a:close/>
                <a:moveTo>
                  <a:pt x="1490472" y="55596"/>
                </a:moveTo>
                <a:lnTo>
                  <a:pt x="1554480" y="55596"/>
                </a:lnTo>
                <a:cubicBezTo>
                  <a:pt x="1550091" y="83028"/>
                  <a:pt x="1540581" y="104974"/>
                  <a:pt x="1526317" y="121433"/>
                </a:cubicBezTo>
                <a:lnTo>
                  <a:pt x="1524488" y="123261"/>
                </a:lnTo>
                <a:cubicBezTo>
                  <a:pt x="1507663" y="108631"/>
                  <a:pt x="1493764" y="91074"/>
                  <a:pt x="1483157" y="69860"/>
                </a:cubicBezTo>
                <a:cubicBezTo>
                  <a:pt x="1485352" y="65471"/>
                  <a:pt x="1487912" y="60716"/>
                  <a:pt x="1490472" y="55596"/>
                </a:cubicBezTo>
                <a:close/>
                <a:moveTo>
                  <a:pt x="1506200" y="137892"/>
                </a:moveTo>
                <a:cubicBezTo>
                  <a:pt x="1490838" y="147767"/>
                  <a:pt x="1471087" y="156180"/>
                  <a:pt x="1446215" y="162764"/>
                </a:cubicBezTo>
                <a:lnTo>
                  <a:pt x="1455359" y="184343"/>
                </a:lnTo>
                <a:cubicBezTo>
                  <a:pt x="1483888" y="176297"/>
                  <a:pt x="1507297" y="165689"/>
                  <a:pt x="1525219" y="153254"/>
                </a:cubicBezTo>
                <a:cubicBezTo>
                  <a:pt x="1544239" y="167153"/>
                  <a:pt x="1566185" y="178125"/>
                  <a:pt x="1591788" y="186172"/>
                </a:cubicBezTo>
                <a:lnTo>
                  <a:pt x="1605321" y="165324"/>
                </a:lnTo>
                <a:cubicBezTo>
                  <a:pt x="1581912" y="158374"/>
                  <a:pt x="1561430" y="148864"/>
                  <a:pt x="1543507" y="137160"/>
                </a:cubicBezTo>
                <a:lnTo>
                  <a:pt x="1544971" y="135697"/>
                </a:lnTo>
                <a:cubicBezTo>
                  <a:pt x="1561795" y="115215"/>
                  <a:pt x="1572768" y="88514"/>
                  <a:pt x="1577889" y="55596"/>
                </a:cubicBezTo>
                <a:lnTo>
                  <a:pt x="1599103" y="55596"/>
                </a:lnTo>
                <a:lnTo>
                  <a:pt x="1599103" y="32918"/>
                </a:lnTo>
                <a:lnTo>
                  <a:pt x="1499251" y="32918"/>
                </a:lnTo>
                <a:cubicBezTo>
                  <a:pt x="1502177" y="23775"/>
                  <a:pt x="1505103" y="14265"/>
                  <a:pt x="1507297" y="4023"/>
                </a:cubicBezTo>
                <a:lnTo>
                  <a:pt x="1483888" y="1098"/>
                </a:lnTo>
                <a:cubicBezTo>
                  <a:pt x="1475842" y="36942"/>
                  <a:pt x="1460480" y="67666"/>
                  <a:pt x="1437803" y="92538"/>
                </a:cubicBezTo>
                <a:lnTo>
                  <a:pt x="1453165" y="111923"/>
                </a:lnTo>
                <a:cubicBezTo>
                  <a:pt x="1458651" y="105705"/>
                  <a:pt x="1464138" y="99121"/>
                  <a:pt x="1469258" y="92172"/>
                </a:cubicBezTo>
                <a:cubicBezTo>
                  <a:pt x="1479134" y="108997"/>
                  <a:pt x="1491570" y="124358"/>
                  <a:pt x="1506200" y="137892"/>
                </a:cubicBezTo>
                <a:close/>
                <a:moveTo>
                  <a:pt x="1426098" y="221285"/>
                </a:moveTo>
                <a:lnTo>
                  <a:pt x="1426098" y="306873"/>
                </a:lnTo>
                <a:lnTo>
                  <a:pt x="1362091" y="306873"/>
                </a:lnTo>
                <a:lnTo>
                  <a:pt x="1362091" y="238110"/>
                </a:lnTo>
                <a:lnTo>
                  <a:pt x="1337950" y="238110"/>
                </a:lnTo>
                <a:lnTo>
                  <a:pt x="1337950" y="306873"/>
                </a:lnTo>
                <a:lnTo>
                  <a:pt x="1279429" y="306873"/>
                </a:lnTo>
                <a:lnTo>
                  <a:pt x="1279429" y="330282"/>
                </a:lnTo>
                <a:lnTo>
                  <a:pt x="1604224" y="330282"/>
                </a:lnTo>
                <a:lnTo>
                  <a:pt x="1604224" y="306873"/>
                </a:lnTo>
                <a:lnTo>
                  <a:pt x="1452433" y="306873"/>
                </a:lnTo>
                <a:lnTo>
                  <a:pt x="1452433" y="275052"/>
                </a:lnTo>
                <a:lnTo>
                  <a:pt x="1564356" y="275052"/>
                </a:lnTo>
                <a:lnTo>
                  <a:pt x="1564356" y="252375"/>
                </a:lnTo>
                <a:lnTo>
                  <a:pt x="1452433" y="252375"/>
                </a:lnTo>
                <a:lnTo>
                  <a:pt x="1452433" y="221285"/>
                </a:lnTo>
                <a:lnTo>
                  <a:pt x="1586667" y="221285"/>
                </a:lnTo>
                <a:lnTo>
                  <a:pt x="1586667" y="198242"/>
                </a:lnTo>
                <a:lnTo>
                  <a:pt x="1297717" y="198242"/>
                </a:lnTo>
                <a:lnTo>
                  <a:pt x="1297717" y="221285"/>
                </a:lnTo>
                <a:close/>
                <a:moveTo>
                  <a:pt x="1709075" y="64740"/>
                </a:moveTo>
                <a:lnTo>
                  <a:pt x="1709075" y="91074"/>
                </a:lnTo>
                <a:lnTo>
                  <a:pt x="1765402" y="91074"/>
                </a:lnTo>
                <a:cubicBezTo>
                  <a:pt x="1781861" y="147402"/>
                  <a:pt x="1811122" y="196414"/>
                  <a:pt x="1853550" y="238110"/>
                </a:cubicBezTo>
                <a:cubicBezTo>
                  <a:pt x="1814048" y="273954"/>
                  <a:pt x="1763573" y="299924"/>
                  <a:pt x="1702125" y="316383"/>
                </a:cubicBezTo>
                <a:lnTo>
                  <a:pt x="1716024" y="339425"/>
                </a:lnTo>
                <a:cubicBezTo>
                  <a:pt x="1778203" y="321503"/>
                  <a:pt x="1830141" y="293340"/>
                  <a:pt x="1871838" y="254935"/>
                </a:cubicBezTo>
                <a:cubicBezTo>
                  <a:pt x="1911340" y="288951"/>
                  <a:pt x="1961083" y="317114"/>
                  <a:pt x="2021800" y="339791"/>
                </a:cubicBezTo>
                <a:lnTo>
                  <a:pt x="2036064" y="317846"/>
                </a:lnTo>
                <a:cubicBezTo>
                  <a:pt x="1977543" y="296266"/>
                  <a:pt x="1928897" y="269200"/>
                  <a:pt x="1890126" y="236281"/>
                </a:cubicBezTo>
                <a:cubicBezTo>
                  <a:pt x="1925971" y="197511"/>
                  <a:pt x="1953037" y="148864"/>
                  <a:pt x="1970959" y="91074"/>
                </a:cubicBezTo>
                <a:lnTo>
                  <a:pt x="2028018" y="91074"/>
                </a:lnTo>
                <a:lnTo>
                  <a:pt x="2028018" y="64740"/>
                </a:lnTo>
                <a:lnTo>
                  <a:pt x="1888297" y="64740"/>
                </a:lnTo>
                <a:cubicBezTo>
                  <a:pt x="1876593" y="39502"/>
                  <a:pt x="1864157" y="17923"/>
                  <a:pt x="1850258" y="366"/>
                </a:cubicBezTo>
                <a:lnTo>
                  <a:pt x="1823923" y="9876"/>
                </a:lnTo>
                <a:cubicBezTo>
                  <a:pt x="1838554" y="27067"/>
                  <a:pt x="1850624" y="45354"/>
                  <a:pt x="1860499" y="64740"/>
                </a:cubicBezTo>
                <a:close/>
                <a:moveTo>
                  <a:pt x="1791371" y="91074"/>
                </a:moveTo>
                <a:lnTo>
                  <a:pt x="1943527" y="91074"/>
                </a:lnTo>
                <a:cubicBezTo>
                  <a:pt x="1928165" y="141549"/>
                  <a:pt x="1904391" y="184343"/>
                  <a:pt x="1871838" y="219822"/>
                </a:cubicBezTo>
                <a:cubicBezTo>
                  <a:pt x="1833799" y="183246"/>
                  <a:pt x="1807098" y="140452"/>
                  <a:pt x="1791371" y="91074"/>
                </a:cubicBezTo>
                <a:close/>
                <a:moveTo>
                  <a:pt x="2138721" y="70226"/>
                </a:moveTo>
                <a:lnTo>
                  <a:pt x="2138721" y="95463"/>
                </a:lnTo>
                <a:lnTo>
                  <a:pt x="2258324" y="95463"/>
                </a:lnTo>
                <a:cubicBezTo>
                  <a:pt x="2231258" y="160203"/>
                  <a:pt x="2187367" y="213238"/>
                  <a:pt x="2125919" y="254204"/>
                </a:cubicBezTo>
                <a:lnTo>
                  <a:pt x="2140916" y="278709"/>
                </a:lnTo>
                <a:cubicBezTo>
                  <a:pt x="2206021" y="230795"/>
                  <a:pt x="2252106" y="169713"/>
                  <a:pt x="2279173" y="95463"/>
                </a:cubicBezTo>
                <a:lnTo>
                  <a:pt x="2281733" y="95463"/>
                </a:lnTo>
                <a:lnTo>
                  <a:pt x="2281733" y="238110"/>
                </a:lnTo>
                <a:lnTo>
                  <a:pt x="2206386" y="238110"/>
                </a:lnTo>
                <a:lnTo>
                  <a:pt x="2206386" y="263348"/>
                </a:lnTo>
                <a:lnTo>
                  <a:pt x="2281733" y="263348"/>
                </a:lnTo>
                <a:lnTo>
                  <a:pt x="2281733" y="338328"/>
                </a:lnTo>
                <a:lnTo>
                  <a:pt x="2308799" y="338328"/>
                </a:lnTo>
                <a:lnTo>
                  <a:pt x="2308799" y="263348"/>
                </a:lnTo>
                <a:lnTo>
                  <a:pt x="2387072" y="263348"/>
                </a:lnTo>
                <a:lnTo>
                  <a:pt x="2387072" y="238110"/>
                </a:lnTo>
                <a:lnTo>
                  <a:pt x="2308799" y="238110"/>
                </a:lnTo>
                <a:lnTo>
                  <a:pt x="2308799" y="95463"/>
                </a:lnTo>
                <a:lnTo>
                  <a:pt x="2311725" y="95463"/>
                </a:lnTo>
                <a:cubicBezTo>
                  <a:pt x="2336597" y="161666"/>
                  <a:pt x="2381220" y="221285"/>
                  <a:pt x="2445594" y="273954"/>
                </a:cubicBezTo>
                <a:lnTo>
                  <a:pt x="2463516" y="251277"/>
                </a:lnTo>
                <a:cubicBezTo>
                  <a:pt x="2400605" y="205557"/>
                  <a:pt x="2356714" y="153619"/>
                  <a:pt x="2332208" y="95463"/>
                </a:cubicBezTo>
                <a:lnTo>
                  <a:pt x="2451446" y="95463"/>
                </a:lnTo>
                <a:lnTo>
                  <a:pt x="2451446" y="70226"/>
                </a:lnTo>
                <a:lnTo>
                  <a:pt x="2308799" y="70226"/>
                </a:lnTo>
                <a:lnTo>
                  <a:pt x="2308799" y="4023"/>
                </a:lnTo>
                <a:lnTo>
                  <a:pt x="2281733" y="4023"/>
                </a:lnTo>
                <a:lnTo>
                  <a:pt x="2281733" y="70226"/>
                </a:lnTo>
                <a:close/>
              </a:path>
            </a:pathLst>
          </a:custGeom>
          <a:solidFill>
            <a:srgbClr val="6B728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office-toolkit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